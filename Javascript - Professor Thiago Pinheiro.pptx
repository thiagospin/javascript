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3" r:id="rId3"/>
    <p:sldId id="257" r:id="rId4"/>
    <p:sldId id="258" r:id="rId5"/>
    <p:sldId id="309" r:id="rId6"/>
    <p:sldId id="259" r:id="rId7"/>
    <p:sldId id="260" r:id="rId8"/>
    <p:sldId id="261" r:id="rId9"/>
    <p:sldId id="262" r:id="rId10"/>
    <p:sldId id="264" r:id="rId11"/>
    <p:sldId id="263" r:id="rId12"/>
    <p:sldId id="266" r:id="rId13"/>
    <p:sldId id="348" r:id="rId14"/>
    <p:sldId id="265" r:id="rId15"/>
    <p:sldId id="269" r:id="rId16"/>
    <p:sldId id="268" r:id="rId17"/>
    <p:sldId id="270" r:id="rId18"/>
    <p:sldId id="271" r:id="rId19"/>
    <p:sldId id="272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302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6" r:id="rId38"/>
    <p:sldId id="297" r:id="rId39"/>
    <p:sldId id="325" r:id="rId40"/>
    <p:sldId id="326" r:id="rId41"/>
    <p:sldId id="299" r:id="rId42"/>
    <p:sldId id="298" r:id="rId43"/>
    <p:sldId id="300" r:id="rId44"/>
    <p:sldId id="290" r:id="rId45"/>
    <p:sldId id="291" r:id="rId46"/>
    <p:sldId id="292" r:id="rId47"/>
    <p:sldId id="293" r:id="rId48"/>
    <p:sldId id="294" r:id="rId49"/>
    <p:sldId id="295" r:id="rId50"/>
    <p:sldId id="301" r:id="rId51"/>
    <p:sldId id="304" r:id="rId52"/>
    <p:sldId id="305" r:id="rId53"/>
    <p:sldId id="303" r:id="rId54"/>
    <p:sldId id="307" r:id="rId55"/>
    <p:sldId id="308" r:id="rId56"/>
    <p:sldId id="310" r:id="rId57"/>
    <p:sldId id="312" r:id="rId58"/>
    <p:sldId id="313" r:id="rId59"/>
    <p:sldId id="314" r:id="rId60"/>
    <p:sldId id="315" r:id="rId61"/>
    <p:sldId id="316" r:id="rId62"/>
    <p:sldId id="317" r:id="rId63"/>
    <p:sldId id="311" r:id="rId64"/>
    <p:sldId id="319" r:id="rId65"/>
    <p:sldId id="321" r:id="rId66"/>
    <p:sldId id="320" r:id="rId67"/>
    <p:sldId id="323" r:id="rId68"/>
    <p:sldId id="324" r:id="rId69"/>
    <p:sldId id="318" r:id="rId70"/>
    <p:sldId id="327" r:id="rId71"/>
    <p:sldId id="328" r:id="rId72"/>
    <p:sldId id="329" r:id="rId73"/>
    <p:sldId id="330" r:id="rId74"/>
    <p:sldId id="331" r:id="rId75"/>
    <p:sldId id="338" r:id="rId76"/>
    <p:sldId id="339" r:id="rId77"/>
    <p:sldId id="332" r:id="rId78"/>
    <p:sldId id="333" r:id="rId79"/>
    <p:sldId id="334" r:id="rId80"/>
    <p:sldId id="335" r:id="rId81"/>
    <p:sldId id="336" r:id="rId82"/>
    <p:sldId id="340" r:id="rId83"/>
    <p:sldId id="337" r:id="rId84"/>
    <p:sldId id="341" r:id="rId85"/>
    <p:sldId id="346" r:id="rId86"/>
    <p:sldId id="342" r:id="rId87"/>
    <p:sldId id="347" r:id="rId88"/>
    <p:sldId id="343" r:id="rId89"/>
    <p:sldId id="344" r:id="rId9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2E5EFA-4B68-8B79-5CC4-18939FBA81D6}" v="293" dt="2023-03-17T19:39:52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microsoft.com/office/2016/11/relationships/changesInfo" Target="changesInfos/changesInfo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9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ago Soares Pinheiro" userId="S::thiago.soares@tjrj.jus.br::b7838301-8401-4995-ba8e-a291fb868fc3" providerId="AD" clId="Web-{802E5EFA-4B68-8B79-5CC4-18939FBA81D6}"/>
    <pc:docChg chg="addSld modSld">
      <pc:chgData name="Thiago Soares Pinheiro" userId="S::thiago.soares@tjrj.jus.br::b7838301-8401-4995-ba8e-a291fb868fc3" providerId="AD" clId="Web-{802E5EFA-4B68-8B79-5CC4-18939FBA81D6}" dt="2023-03-17T19:39:52.759" v="291"/>
      <pc:docMkLst>
        <pc:docMk/>
      </pc:docMkLst>
      <pc:sldChg chg="modSp new mod chgLayout">
        <pc:chgData name="Thiago Soares Pinheiro" userId="S::thiago.soares@tjrj.jus.br::b7838301-8401-4995-ba8e-a291fb868fc3" providerId="AD" clId="Web-{802E5EFA-4B68-8B79-5CC4-18939FBA81D6}" dt="2023-03-17T18:37:01.948" v="14" actId="20577"/>
        <pc:sldMkLst>
          <pc:docMk/>
          <pc:sldMk cId="1198282556" sldId="290"/>
        </pc:sldMkLst>
        <pc:spChg chg="mod ord">
          <ac:chgData name="Thiago Soares Pinheiro" userId="S::thiago.soares@tjrj.jus.br::b7838301-8401-4995-ba8e-a291fb868fc3" providerId="AD" clId="Web-{802E5EFA-4B68-8B79-5CC4-18939FBA81D6}" dt="2023-03-17T18:36:59.291" v="11" actId="20577"/>
          <ac:spMkLst>
            <pc:docMk/>
            <pc:sldMk cId="1198282556" sldId="290"/>
            <ac:spMk id="2" creationId="{F57D5244-6D85-780F-8C6C-1FCD971446C9}"/>
          </ac:spMkLst>
        </pc:spChg>
        <pc:spChg chg="mod ord">
          <ac:chgData name="Thiago Soares Pinheiro" userId="S::thiago.soares@tjrj.jus.br::b7838301-8401-4995-ba8e-a291fb868fc3" providerId="AD" clId="Web-{802E5EFA-4B68-8B79-5CC4-18939FBA81D6}" dt="2023-03-17T18:37:01.948" v="14" actId="20577"/>
          <ac:spMkLst>
            <pc:docMk/>
            <pc:sldMk cId="1198282556" sldId="290"/>
            <ac:spMk id="3" creationId="{6B88DB62-6900-B123-FF75-5B843201812A}"/>
          </ac:spMkLst>
        </pc:spChg>
      </pc:sldChg>
      <pc:sldChg chg="modSp new mod chgLayout">
        <pc:chgData name="Thiago Soares Pinheiro" userId="S::thiago.soares@tjrj.jus.br::b7838301-8401-4995-ba8e-a291fb868fc3" providerId="AD" clId="Web-{802E5EFA-4B68-8B79-5CC4-18939FBA81D6}" dt="2023-03-17T18:39:42.279" v="70" actId="20577"/>
        <pc:sldMkLst>
          <pc:docMk/>
          <pc:sldMk cId="2482139555" sldId="291"/>
        </pc:sldMkLst>
        <pc:spChg chg="mod ord">
          <ac:chgData name="Thiago Soares Pinheiro" userId="S::thiago.soares@tjrj.jus.br::b7838301-8401-4995-ba8e-a291fb868fc3" providerId="AD" clId="Web-{802E5EFA-4B68-8B79-5CC4-18939FBA81D6}" dt="2023-03-17T18:37:24.745" v="19" actId="20577"/>
          <ac:spMkLst>
            <pc:docMk/>
            <pc:sldMk cId="2482139555" sldId="291"/>
            <ac:spMk id="2" creationId="{561B3AD7-E295-8E2B-09F1-BC5793769B86}"/>
          </ac:spMkLst>
        </pc:spChg>
        <pc:spChg chg="mod ord">
          <ac:chgData name="Thiago Soares Pinheiro" userId="S::thiago.soares@tjrj.jus.br::b7838301-8401-4995-ba8e-a291fb868fc3" providerId="AD" clId="Web-{802E5EFA-4B68-8B79-5CC4-18939FBA81D6}" dt="2023-03-17T18:39:42.279" v="70" actId="20577"/>
          <ac:spMkLst>
            <pc:docMk/>
            <pc:sldMk cId="2482139555" sldId="291"/>
            <ac:spMk id="3" creationId="{A628B04E-98DB-9D3F-660D-7BD4CF849701}"/>
          </ac:spMkLst>
        </pc:spChg>
      </pc:sldChg>
      <pc:sldChg chg="modSp new">
        <pc:chgData name="Thiago Soares Pinheiro" userId="S::thiago.soares@tjrj.jus.br::b7838301-8401-4995-ba8e-a291fb868fc3" providerId="AD" clId="Web-{802E5EFA-4B68-8B79-5CC4-18939FBA81D6}" dt="2023-03-17T18:46:47.524" v="195" actId="14100"/>
        <pc:sldMkLst>
          <pc:docMk/>
          <pc:sldMk cId="656517443" sldId="292"/>
        </pc:sldMkLst>
        <pc:spChg chg="mod">
          <ac:chgData name="Thiago Soares Pinheiro" userId="S::thiago.soares@tjrj.jus.br::b7838301-8401-4995-ba8e-a291fb868fc3" providerId="AD" clId="Web-{802E5EFA-4B68-8B79-5CC4-18939FBA81D6}" dt="2023-03-17T18:39:46.873" v="72" actId="20577"/>
          <ac:spMkLst>
            <pc:docMk/>
            <pc:sldMk cId="656517443" sldId="292"/>
            <ac:spMk id="2" creationId="{A9E48B01-612A-0B2A-F880-C2CEAF51AC16}"/>
          </ac:spMkLst>
        </pc:spChg>
        <pc:spChg chg="mod">
          <ac:chgData name="Thiago Soares Pinheiro" userId="S::thiago.soares@tjrj.jus.br::b7838301-8401-4995-ba8e-a291fb868fc3" providerId="AD" clId="Web-{802E5EFA-4B68-8B79-5CC4-18939FBA81D6}" dt="2023-03-17T18:46:47.524" v="195" actId="14100"/>
          <ac:spMkLst>
            <pc:docMk/>
            <pc:sldMk cId="656517443" sldId="292"/>
            <ac:spMk id="3" creationId="{2A02E7C3-0E14-3599-8A2A-1156F409B61B}"/>
          </ac:spMkLst>
        </pc:spChg>
      </pc:sldChg>
      <pc:sldChg chg="addSp delSp modSp new mod modClrScheme chgLayout">
        <pc:chgData name="Thiago Soares Pinheiro" userId="S::thiago.soares@tjrj.jus.br::b7838301-8401-4995-ba8e-a291fb868fc3" providerId="AD" clId="Web-{802E5EFA-4B68-8B79-5CC4-18939FBA81D6}" dt="2023-03-17T18:58:32.009" v="206" actId="14100"/>
        <pc:sldMkLst>
          <pc:docMk/>
          <pc:sldMk cId="2126502590" sldId="293"/>
        </pc:sldMkLst>
        <pc:spChg chg="del">
          <ac:chgData name="Thiago Soares Pinheiro" userId="S::thiago.soares@tjrj.jus.br::b7838301-8401-4995-ba8e-a291fb868fc3" providerId="AD" clId="Web-{802E5EFA-4B68-8B79-5CC4-18939FBA81D6}" dt="2023-03-17T18:58:00.664" v="197"/>
          <ac:spMkLst>
            <pc:docMk/>
            <pc:sldMk cId="2126502590" sldId="293"/>
            <ac:spMk id="2" creationId="{CFEFC4C4-A272-17A1-770F-3A3F78F72851}"/>
          </ac:spMkLst>
        </pc:spChg>
        <pc:spChg chg="del">
          <ac:chgData name="Thiago Soares Pinheiro" userId="S::thiago.soares@tjrj.jus.br::b7838301-8401-4995-ba8e-a291fb868fc3" providerId="AD" clId="Web-{802E5EFA-4B68-8B79-5CC4-18939FBA81D6}" dt="2023-03-17T18:58:00.664" v="197"/>
          <ac:spMkLst>
            <pc:docMk/>
            <pc:sldMk cId="2126502590" sldId="293"/>
            <ac:spMk id="3" creationId="{C334FEAE-79FE-ED91-8790-24AB64139169}"/>
          </ac:spMkLst>
        </pc:spChg>
        <pc:picChg chg="add mod">
          <ac:chgData name="Thiago Soares Pinheiro" userId="S::thiago.soares@tjrj.jus.br::b7838301-8401-4995-ba8e-a291fb868fc3" providerId="AD" clId="Web-{802E5EFA-4B68-8B79-5CC4-18939FBA81D6}" dt="2023-03-17T18:58:32.009" v="206" actId="14100"/>
          <ac:picMkLst>
            <pc:docMk/>
            <pc:sldMk cId="2126502590" sldId="293"/>
            <ac:picMk id="4" creationId="{8D70098E-D737-9523-8176-0FD2169E82AF}"/>
          </ac:picMkLst>
        </pc:picChg>
      </pc:sldChg>
      <pc:sldChg chg="addSp modSp new mod modClrScheme chgLayout">
        <pc:chgData name="Thiago Soares Pinheiro" userId="S::thiago.soares@tjrj.jus.br::b7838301-8401-4995-ba8e-a291fb868fc3" providerId="AD" clId="Web-{802E5EFA-4B68-8B79-5CC4-18939FBA81D6}" dt="2023-03-17T18:59:50.213" v="211" actId="20577"/>
        <pc:sldMkLst>
          <pc:docMk/>
          <pc:sldMk cId="67255912" sldId="294"/>
        </pc:sldMkLst>
        <pc:spChg chg="add mod">
          <ac:chgData name="Thiago Soares Pinheiro" userId="S::thiago.soares@tjrj.jus.br::b7838301-8401-4995-ba8e-a291fb868fc3" providerId="AD" clId="Web-{802E5EFA-4B68-8B79-5CC4-18939FBA81D6}" dt="2023-03-17T18:59:45.526" v="209" actId="20577"/>
          <ac:spMkLst>
            <pc:docMk/>
            <pc:sldMk cId="67255912" sldId="294"/>
            <ac:spMk id="2" creationId="{A8C3FDB1-249E-42A9-9364-936A4F888F0D}"/>
          </ac:spMkLst>
        </pc:spChg>
        <pc:spChg chg="add mod">
          <ac:chgData name="Thiago Soares Pinheiro" userId="S::thiago.soares@tjrj.jus.br::b7838301-8401-4995-ba8e-a291fb868fc3" providerId="AD" clId="Web-{802E5EFA-4B68-8B79-5CC4-18939FBA81D6}" dt="2023-03-17T18:59:50.213" v="211" actId="20577"/>
          <ac:spMkLst>
            <pc:docMk/>
            <pc:sldMk cId="67255912" sldId="294"/>
            <ac:spMk id="3" creationId="{A8E60612-540F-990B-0E5B-6CD60BBBF669}"/>
          </ac:spMkLst>
        </pc:spChg>
      </pc:sldChg>
      <pc:sldChg chg="modSp new">
        <pc:chgData name="Thiago Soares Pinheiro" userId="S::thiago.soares@tjrj.jus.br::b7838301-8401-4995-ba8e-a291fb868fc3" providerId="AD" clId="Web-{802E5EFA-4B68-8B79-5CC4-18939FBA81D6}" dt="2023-03-17T19:39:52.759" v="291"/>
        <pc:sldMkLst>
          <pc:docMk/>
          <pc:sldMk cId="3608976503" sldId="295"/>
        </pc:sldMkLst>
        <pc:spChg chg="mod">
          <ac:chgData name="Thiago Soares Pinheiro" userId="S::thiago.soares@tjrj.jus.br::b7838301-8401-4995-ba8e-a291fb868fc3" providerId="AD" clId="Web-{802E5EFA-4B68-8B79-5CC4-18939FBA81D6}" dt="2023-03-17T19:31:07.359" v="213" actId="20577"/>
          <ac:spMkLst>
            <pc:docMk/>
            <pc:sldMk cId="3608976503" sldId="295"/>
            <ac:spMk id="2" creationId="{245916EE-63F8-1DD0-F89E-0F0398AA184C}"/>
          </ac:spMkLst>
        </pc:spChg>
        <pc:spChg chg="mod">
          <ac:chgData name="Thiago Soares Pinheiro" userId="S::thiago.soares@tjrj.jus.br::b7838301-8401-4995-ba8e-a291fb868fc3" providerId="AD" clId="Web-{802E5EFA-4B68-8B79-5CC4-18939FBA81D6}" dt="2023-03-17T19:39:52.759" v="291"/>
          <ac:spMkLst>
            <pc:docMk/>
            <pc:sldMk cId="3608976503" sldId="295"/>
            <ac:spMk id="3" creationId="{D6FE3430-B5D9-5ABB-A5EB-DE39F59CB85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B68E9A8-3387-4873-BD21-3C553C5525F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8A24B4F-53AA-4C4E-8F09-A69EDB46E569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680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E9A8-3387-4873-BD21-3C553C5525F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24B4F-53AA-4C4E-8F09-A69EDB46E5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0554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B68E9A8-3387-4873-BD21-3C553C5525F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8A24B4F-53AA-4C4E-8F09-A69EDB46E569}" type="slidenum">
              <a:rPr lang="pt-BR" smtClean="0"/>
              <a:t>‹nº›</a:t>
            </a:fld>
            <a:endParaRPr lang="pt-BR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3708779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E9A8-3387-4873-BD21-3C553C5525F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24B4F-53AA-4C4E-8F09-A69EDB46E5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953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E9A8-3387-4873-BD21-3C553C5525F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24B4F-53AA-4C4E-8F09-A69EDB46E5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30035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E9A8-3387-4873-BD21-3C553C5525F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24B4F-53AA-4C4E-8F09-A69EDB46E5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1341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E9A8-3387-4873-BD21-3C553C5525F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24B4F-53AA-4C4E-8F09-A69EDB46E5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6480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AB68E9A8-3387-4873-BD21-3C553C5525F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98A24B4F-53AA-4C4E-8F09-A69EDB46E569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68214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AB68E9A8-3387-4873-BD21-3C553C5525F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98A24B4F-53AA-4C4E-8F09-A69EDB46E5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4991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E9A8-3387-4873-BD21-3C553C5525F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24B4F-53AA-4C4E-8F09-A69EDB46E5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3289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E9A8-3387-4873-BD21-3C553C5525F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24B4F-53AA-4C4E-8F09-A69EDB46E5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1393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B68E9A8-3387-4873-BD21-3C553C5525F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A24B4F-53AA-4C4E-8F09-A69EDB46E569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763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eveloper.mozilla.org/pt-BR/docs/Web/JavaScript/Reference/Statements/do...while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developer.mozilla.org/pt-BR/docs/Web/JavaScript/Reference/Statements/while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API/document.getElementsByClassName" TargetMode="External"/><Relationship Id="rId2" Type="http://schemas.openxmlformats.org/officeDocument/2006/relationships/hyperlink" Target="https://developer.mozilla.org/en-US/docs/Web/API/document.getElementByI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mozilla.org/en-US/docs/Web/API/document.querySelectorAll" TargetMode="External"/><Relationship Id="rId5" Type="http://schemas.openxmlformats.org/officeDocument/2006/relationships/hyperlink" Target="https://developer.mozilla.org/en-US/docs/Web/API/document.querySelector" TargetMode="External"/><Relationship Id="rId4" Type="http://schemas.openxmlformats.org/officeDocument/2006/relationships/hyperlink" Target="https://developer.mozilla.org/en-US/docs/Web/API/document.getElementsByTagName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swapi.dev/" TargetMode="Externa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hyperlink" Target="https://viacep.com.br/" TargetMode="Externa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hyperlink" Target="https://viacep.com.br/" TargetMode="Externa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nasa.gov/" TargetMode="Externa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EB8CDF-3265-4CB5-6E66-6EE159A1AB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257FD8-036D-B9BA-DAA4-1144DA78BD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Thiago soares pinheiro</a:t>
            </a:r>
          </a:p>
          <a:p>
            <a:r>
              <a:rPr lang="pt-BR" dirty="0"/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1957650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7DCF97A-6F02-3CB0-59AB-02113425F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e tipos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BF5C612-F5D0-C557-9691-17C26B12B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8717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4BD3A9-25D1-4691-BE05-149182EC4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8D49CF1A-01DD-4115-A6BB-CFA8F7045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7569200" cy="6858000"/>
          </a:xfrm>
          <a:custGeom>
            <a:avLst/>
            <a:gdLst>
              <a:gd name="connsiteX0" fmla="*/ 0 w 7569200"/>
              <a:gd name="connsiteY0" fmla="*/ 0 h 6858000"/>
              <a:gd name="connsiteX1" fmla="*/ 7389812 w 7569200"/>
              <a:gd name="connsiteY1" fmla="*/ 0 h 6858000"/>
              <a:gd name="connsiteX2" fmla="*/ 7394575 w 7569200"/>
              <a:gd name="connsiteY2" fmla="*/ 66675 h 6858000"/>
              <a:gd name="connsiteX3" fmla="*/ 7402512 w 7569200"/>
              <a:gd name="connsiteY3" fmla="*/ 122237 h 6858000"/>
              <a:gd name="connsiteX4" fmla="*/ 7412037 w 7569200"/>
              <a:gd name="connsiteY4" fmla="*/ 174625 h 6858000"/>
              <a:gd name="connsiteX5" fmla="*/ 7427912 w 7569200"/>
              <a:gd name="connsiteY5" fmla="*/ 217487 h 6858000"/>
              <a:gd name="connsiteX6" fmla="*/ 7443787 w 7569200"/>
              <a:gd name="connsiteY6" fmla="*/ 260350 h 6858000"/>
              <a:gd name="connsiteX7" fmla="*/ 7462837 w 7569200"/>
              <a:gd name="connsiteY7" fmla="*/ 296862 h 6858000"/>
              <a:gd name="connsiteX8" fmla="*/ 7481887 w 7569200"/>
              <a:gd name="connsiteY8" fmla="*/ 334962 h 6858000"/>
              <a:gd name="connsiteX9" fmla="*/ 7499350 w 7569200"/>
              <a:gd name="connsiteY9" fmla="*/ 369887 h 6858000"/>
              <a:gd name="connsiteX10" fmla="*/ 7516812 w 7569200"/>
              <a:gd name="connsiteY10" fmla="*/ 409575 h 6858000"/>
              <a:gd name="connsiteX11" fmla="*/ 7532687 w 7569200"/>
              <a:gd name="connsiteY11" fmla="*/ 450850 h 6858000"/>
              <a:gd name="connsiteX12" fmla="*/ 7546975 w 7569200"/>
              <a:gd name="connsiteY12" fmla="*/ 496887 h 6858000"/>
              <a:gd name="connsiteX13" fmla="*/ 7558087 w 7569200"/>
              <a:gd name="connsiteY13" fmla="*/ 546100 h 6858000"/>
              <a:gd name="connsiteX14" fmla="*/ 7566025 w 7569200"/>
              <a:gd name="connsiteY14" fmla="*/ 606425 h 6858000"/>
              <a:gd name="connsiteX15" fmla="*/ 7569200 w 7569200"/>
              <a:gd name="connsiteY15" fmla="*/ 673100 h 6858000"/>
              <a:gd name="connsiteX16" fmla="*/ 7566025 w 7569200"/>
              <a:gd name="connsiteY16" fmla="*/ 744537 h 6858000"/>
              <a:gd name="connsiteX17" fmla="*/ 7558087 w 7569200"/>
              <a:gd name="connsiteY17" fmla="*/ 801687 h 6858000"/>
              <a:gd name="connsiteX18" fmla="*/ 7546975 w 7569200"/>
              <a:gd name="connsiteY18" fmla="*/ 854075 h 6858000"/>
              <a:gd name="connsiteX19" fmla="*/ 7532687 w 7569200"/>
              <a:gd name="connsiteY19" fmla="*/ 901700 h 6858000"/>
              <a:gd name="connsiteX20" fmla="*/ 7516812 w 7569200"/>
              <a:gd name="connsiteY20" fmla="*/ 942975 h 6858000"/>
              <a:gd name="connsiteX21" fmla="*/ 7497762 w 7569200"/>
              <a:gd name="connsiteY21" fmla="*/ 981075 h 6858000"/>
              <a:gd name="connsiteX22" fmla="*/ 7478712 w 7569200"/>
              <a:gd name="connsiteY22" fmla="*/ 1017587 h 6858000"/>
              <a:gd name="connsiteX23" fmla="*/ 7459662 w 7569200"/>
              <a:gd name="connsiteY23" fmla="*/ 1055687 h 6858000"/>
              <a:gd name="connsiteX24" fmla="*/ 7442200 w 7569200"/>
              <a:gd name="connsiteY24" fmla="*/ 1095375 h 6858000"/>
              <a:gd name="connsiteX25" fmla="*/ 7424737 w 7569200"/>
              <a:gd name="connsiteY25" fmla="*/ 1136650 h 6858000"/>
              <a:gd name="connsiteX26" fmla="*/ 7410450 w 7569200"/>
              <a:gd name="connsiteY26" fmla="*/ 1182687 h 6858000"/>
              <a:gd name="connsiteX27" fmla="*/ 7400925 w 7569200"/>
              <a:gd name="connsiteY27" fmla="*/ 1235075 h 6858000"/>
              <a:gd name="connsiteX28" fmla="*/ 7391400 w 7569200"/>
              <a:gd name="connsiteY28" fmla="*/ 1295400 h 6858000"/>
              <a:gd name="connsiteX29" fmla="*/ 7389812 w 7569200"/>
              <a:gd name="connsiteY29" fmla="*/ 1363662 h 6858000"/>
              <a:gd name="connsiteX30" fmla="*/ 7391400 w 7569200"/>
              <a:gd name="connsiteY30" fmla="*/ 1431925 h 6858000"/>
              <a:gd name="connsiteX31" fmla="*/ 7400925 w 7569200"/>
              <a:gd name="connsiteY31" fmla="*/ 1492250 h 6858000"/>
              <a:gd name="connsiteX32" fmla="*/ 7410450 w 7569200"/>
              <a:gd name="connsiteY32" fmla="*/ 1544637 h 6858000"/>
              <a:gd name="connsiteX33" fmla="*/ 7424737 w 7569200"/>
              <a:gd name="connsiteY33" fmla="*/ 1589087 h 6858000"/>
              <a:gd name="connsiteX34" fmla="*/ 7442200 w 7569200"/>
              <a:gd name="connsiteY34" fmla="*/ 1631950 h 6858000"/>
              <a:gd name="connsiteX35" fmla="*/ 7459662 w 7569200"/>
              <a:gd name="connsiteY35" fmla="*/ 1671637 h 6858000"/>
              <a:gd name="connsiteX36" fmla="*/ 7478712 w 7569200"/>
              <a:gd name="connsiteY36" fmla="*/ 1708150 h 6858000"/>
              <a:gd name="connsiteX37" fmla="*/ 7497762 w 7569200"/>
              <a:gd name="connsiteY37" fmla="*/ 1743075 h 6858000"/>
              <a:gd name="connsiteX38" fmla="*/ 7516812 w 7569200"/>
              <a:gd name="connsiteY38" fmla="*/ 1782762 h 6858000"/>
              <a:gd name="connsiteX39" fmla="*/ 7532687 w 7569200"/>
              <a:gd name="connsiteY39" fmla="*/ 1824037 h 6858000"/>
              <a:gd name="connsiteX40" fmla="*/ 7546975 w 7569200"/>
              <a:gd name="connsiteY40" fmla="*/ 1870075 h 6858000"/>
              <a:gd name="connsiteX41" fmla="*/ 7558087 w 7569200"/>
              <a:gd name="connsiteY41" fmla="*/ 1922462 h 6858000"/>
              <a:gd name="connsiteX42" fmla="*/ 7566025 w 7569200"/>
              <a:gd name="connsiteY42" fmla="*/ 1982787 h 6858000"/>
              <a:gd name="connsiteX43" fmla="*/ 7569200 w 7569200"/>
              <a:gd name="connsiteY43" fmla="*/ 2051050 h 6858000"/>
              <a:gd name="connsiteX44" fmla="*/ 7566025 w 7569200"/>
              <a:gd name="connsiteY44" fmla="*/ 2119312 h 6858000"/>
              <a:gd name="connsiteX45" fmla="*/ 7558087 w 7569200"/>
              <a:gd name="connsiteY45" fmla="*/ 2179637 h 6858000"/>
              <a:gd name="connsiteX46" fmla="*/ 7546975 w 7569200"/>
              <a:gd name="connsiteY46" fmla="*/ 2232025 h 6858000"/>
              <a:gd name="connsiteX47" fmla="*/ 7532687 w 7569200"/>
              <a:gd name="connsiteY47" fmla="*/ 2278062 h 6858000"/>
              <a:gd name="connsiteX48" fmla="*/ 7516812 w 7569200"/>
              <a:gd name="connsiteY48" fmla="*/ 2319337 h 6858000"/>
              <a:gd name="connsiteX49" fmla="*/ 7497762 w 7569200"/>
              <a:gd name="connsiteY49" fmla="*/ 2359025 h 6858000"/>
              <a:gd name="connsiteX50" fmla="*/ 7478712 w 7569200"/>
              <a:gd name="connsiteY50" fmla="*/ 2395537 h 6858000"/>
              <a:gd name="connsiteX51" fmla="*/ 7459662 w 7569200"/>
              <a:gd name="connsiteY51" fmla="*/ 2433637 h 6858000"/>
              <a:gd name="connsiteX52" fmla="*/ 7442200 w 7569200"/>
              <a:gd name="connsiteY52" fmla="*/ 2471737 h 6858000"/>
              <a:gd name="connsiteX53" fmla="*/ 7424737 w 7569200"/>
              <a:gd name="connsiteY53" fmla="*/ 2513012 h 6858000"/>
              <a:gd name="connsiteX54" fmla="*/ 7410450 w 7569200"/>
              <a:gd name="connsiteY54" fmla="*/ 2560637 h 6858000"/>
              <a:gd name="connsiteX55" fmla="*/ 7400925 w 7569200"/>
              <a:gd name="connsiteY55" fmla="*/ 2613025 h 6858000"/>
              <a:gd name="connsiteX56" fmla="*/ 7391400 w 7569200"/>
              <a:gd name="connsiteY56" fmla="*/ 2671762 h 6858000"/>
              <a:gd name="connsiteX57" fmla="*/ 7389812 w 7569200"/>
              <a:gd name="connsiteY57" fmla="*/ 2741612 h 6858000"/>
              <a:gd name="connsiteX58" fmla="*/ 7391400 w 7569200"/>
              <a:gd name="connsiteY58" fmla="*/ 2809875 h 6858000"/>
              <a:gd name="connsiteX59" fmla="*/ 7400925 w 7569200"/>
              <a:gd name="connsiteY59" fmla="*/ 2868612 h 6858000"/>
              <a:gd name="connsiteX60" fmla="*/ 7410450 w 7569200"/>
              <a:gd name="connsiteY60" fmla="*/ 2922587 h 6858000"/>
              <a:gd name="connsiteX61" fmla="*/ 7424737 w 7569200"/>
              <a:gd name="connsiteY61" fmla="*/ 2967037 h 6858000"/>
              <a:gd name="connsiteX62" fmla="*/ 7442200 w 7569200"/>
              <a:gd name="connsiteY62" fmla="*/ 3009900 h 6858000"/>
              <a:gd name="connsiteX63" fmla="*/ 7459662 w 7569200"/>
              <a:gd name="connsiteY63" fmla="*/ 3046412 h 6858000"/>
              <a:gd name="connsiteX64" fmla="*/ 7478712 w 7569200"/>
              <a:gd name="connsiteY64" fmla="*/ 3084512 h 6858000"/>
              <a:gd name="connsiteX65" fmla="*/ 7497762 w 7569200"/>
              <a:gd name="connsiteY65" fmla="*/ 3121025 h 6858000"/>
              <a:gd name="connsiteX66" fmla="*/ 7516812 w 7569200"/>
              <a:gd name="connsiteY66" fmla="*/ 3160712 h 6858000"/>
              <a:gd name="connsiteX67" fmla="*/ 7532687 w 7569200"/>
              <a:gd name="connsiteY67" fmla="*/ 3201987 h 6858000"/>
              <a:gd name="connsiteX68" fmla="*/ 7546975 w 7569200"/>
              <a:gd name="connsiteY68" fmla="*/ 3248025 h 6858000"/>
              <a:gd name="connsiteX69" fmla="*/ 7558087 w 7569200"/>
              <a:gd name="connsiteY69" fmla="*/ 3300412 h 6858000"/>
              <a:gd name="connsiteX70" fmla="*/ 7566025 w 7569200"/>
              <a:gd name="connsiteY70" fmla="*/ 3360737 h 6858000"/>
              <a:gd name="connsiteX71" fmla="*/ 7569200 w 7569200"/>
              <a:gd name="connsiteY71" fmla="*/ 3427412 h 6858000"/>
              <a:gd name="connsiteX72" fmla="*/ 7566025 w 7569200"/>
              <a:gd name="connsiteY72" fmla="*/ 3497262 h 6858000"/>
              <a:gd name="connsiteX73" fmla="*/ 7558087 w 7569200"/>
              <a:gd name="connsiteY73" fmla="*/ 3557587 h 6858000"/>
              <a:gd name="connsiteX74" fmla="*/ 7546975 w 7569200"/>
              <a:gd name="connsiteY74" fmla="*/ 3609975 h 6858000"/>
              <a:gd name="connsiteX75" fmla="*/ 7532687 w 7569200"/>
              <a:gd name="connsiteY75" fmla="*/ 3656012 h 6858000"/>
              <a:gd name="connsiteX76" fmla="*/ 7516812 w 7569200"/>
              <a:gd name="connsiteY76" fmla="*/ 3697287 h 6858000"/>
              <a:gd name="connsiteX77" fmla="*/ 7497762 w 7569200"/>
              <a:gd name="connsiteY77" fmla="*/ 3736975 h 6858000"/>
              <a:gd name="connsiteX78" fmla="*/ 7459662 w 7569200"/>
              <a:gd name="connsiteY78" fmla="*/ 3811587 h 6858000"/>
              <a:gd name="connsiteX79" fmla="*/ 7442200 w 7569200"/>
              <a:gd name="connsiteY79" fmla="*/ 3848100 h 6858000"/>
              <a:gd name="connsiteX80" fmla="*/ 7424737 w 7569200"/>
              <a:gd name="connsiteY80" fmla="*/ 3890962 h 6858000"/>
              <a:gd name="connsiteX81" fmla="*/ 7410450 w 7569200"/>
              <a:gd name="connsiteY81" fmla="*/ 3935412 h 6858000"/>
              <a:gd name="connsiteX82" fmla="*/ 7400925 w 7569200"/>
              <a:gd name="connsiteY82" fmla="*/ 3987800 h 6858000"/>
              <a:gd name="connsiteX83" fmla="*/ 7391400 w 7569200"/>
              <a:gd name="connsiteY83" fmla="*/ 4048125 h 6858000"/>
              <a:gd name="connsiteX84" fmla="*/ 7389812 w 7569200"/>
              <a:gd name="connsiteY84" fmla="*/ 4116387 h 6858000"/>
              <a:gd name="connsiteX85" fmla="*/ 7391400 w 7569200"/>
              <a:gd name="connsiteY85" fmla="*/ 4186237 h 6858000"/>
              <a:gd name="connsiteX86" fmla="*/ 7400925 w 7569200"/>
              <a:gd name="connsiteY86" fmla="*/ 4244975 h 6858000"/>
              <a:gd name="connsiteX87" fmla="*/ 7410450 w 7569200"/>
              <a:gd name="connsiteY87" fmla="*/ 4297362 h 6858000"/>
              <a:gd name="connsiteX88" fmla="*/ 7424737 w 7569200"/>
              <a:gd name="connsiteY88" fmla="*/ 4343400 h 6858000"/>
              <a:gd name="connsiteX89" fmla="*/ 7442200 w 7569200"/>
              <a:gd name="connsiteY89" fmla="*/ 4386262 h 6858000"/>
              <a:gd name="connsiteX90" fmla="*/ 7459662 w 7569200"/>
              <a:gd name="connsiteY90" fmla="*/ 4424362 h 6858000"/>
              <a:gd name="connsiteX91" fmla="*/ 7497762 w 7569200"/>
              <a:gd name="connsiteY91" fmla="*/ 4498975 h 6858000"/>
              <a:gd name="connsiteX92" fmla="*/ 7516812 w 7569200"/>
              <a:gd name="connsiteY92" fmla="*/ 4537075 h 6858000"/>
              <a:gd name="connsiteX93" fmla="*/ 7532687 w 7569200"/>
              <a:gd name="connsiteY93" fmla="*/ 4579937 h 6858000"/>
              <a:gd name="connsiteX94" fmla="*/ 7546975 w 7569200"/>
              <a:gd name="connsiteY94" fmla="*/ 4625975 h 6858000"/>
              <a:gd name="connsiteX95" fmla="*/ 7558087 w 7569200"/>
              <a:gd name="connsiteY95" fmla="*/ 4678362 h 6858000"/>
              <a:gd name="connsiteX96" fmla="*/ 7566025 w 7569200"/>
              <a:gd name="connsiteY96" fmla="*/ 4738687 h 6858000"/>
              <a:gd name="connsiteX97" fmla="*/ 7569200 w 7569200"/>
              <a:gd name="connsiteY97" fmla="*/ 4806950 h 6858000"/>
              <a:gd name="connsiteX98" fmla="*/ 7566025 w 7569200"/>
              <a:gd name="connsiteY98" fmla="*/ 4875212 h 6858000"/>
              <a:gd name="connsiteX99" fmla="*/ 7558087 w 7569200"/>
              <a:gd name="connsiteY99" fmla="*/ 4935537 h 6858000"/>
              <a:gd name="connsiteX100" fmla="*/ 7546975 w 7569200"/>
              <a:gd name="connsiteY100" fmla="*/ 4987925 h 6858000"/>
              <a:gd name="connsiteX101" fmla="*/ 7532687 w 7569200"/>
              <a:gd name="connsiteY101" fmla="*/ 5033962 h 6858000"/>
              <a:gd name="connsiteX102" fmla="*/ 7516812 w 7569200"/>
              <a:gd name="connsiteY102" fmla="*/ 5075237 h 6858000"/>
              <a:gd name="connsiteX103" fmla="*/ 7497762 w 7569200"/>
              <a:gd name="connsiteY103" fmla="*/ 5114925 h 6858000"/>
              <a:gd name="connsiteX104" fmla="*/ 7478712 w 7569200"/>
              <a:gd name="connsiteY104" fmla="*/ 5149850 h 6858000"/>
              <a:gd name="connsiteX105" fmla="*/ 7459662 w 7569200"/>
              <a:gd name="connsiteY105" fmla="*/ 5186362 h 6858000"/>
              <a:gd name="connsiteX106" fmla="*/ 7442200 w 7569200"/>
              <a:gd name="connsiteY106" fmla="*/ 5226050 h 6858000"/>
              <a:gd name="connsiteX107" fmla="*/ 7424737 w 7569200"/>
              <a:gd name="connsiteY107" fmla="*/ 5268912 h 6858000"/>
              <a:gd name="connsiteX108" fmla="*/ 7410450 w 7569200"/>
              <a:gd name="connsiteY108" fmla="*/ 5313362 h 6858000"/>
              <a:gd name="connsiteX109" fmla="*/ 7400925 w 7569200"/>
              <a:gd name="connsiteY109" fmla="*/ 5365750 h 6858000"/>
              <a:gd name="connsiteX110" fmla="*/ 7391400 w 7569200"/>
              <a:gd name="connsiteY110" fmla="*/ 5426075 h 6858000"/>
              <a:gd name="connsiteX111" fmla="*/ 7389812 w 7569200"/>
              <a:gd name="connsiteY111" fmla="*/ 5494337 h 6858000"/>
              <a:gd name="connsiteX112" fmla="*/ 7391400 w 7569200"/>
              <a:gd name="connsiteY112" fmla="*/ 5562600 h 6858000"/>
              <a:gd name="connsiteX113" fmla="*/ 7400925 w 7569200"/>
              <a:gd name="connsiteY113" fmla="*/ 5622925 h 6858000"/>
              <a:gd name="connsiteX114" fmla="*/ 7410450 w 7569200"/>
              <a:gd name="connsiteY114" fmla="*/ 5675312 h 6858000"/>
              <a:gd name="connsiteX115" fmla="*/ 7424737 w 7569200"/>
              <a:gd name="connsiteY115" fmla="*/ 5721350 h 6858000"/>
              <a:gd name="connsiteX116" fmla="*/ 7442200 w 7569200"/>
              <a:gd name="connsiteY116" fmla="*/ 5762625 h 6858000"/>
              <a:gd name="connsiteX117" fmla="*/ 7459662 w 7569200"/>
              <a:gd name="connsiteY117" fmla="*/ 5802312 h 6858000"/>
              <a:gd name="connsiteX118" fmla="*/ 7478712 w 7569200"/>
              <a:gd name="connsiteY118" fmla="*/ 5840412 h 6858000"/>
              <a:gd name="connsiteX119" fmla="*/ 7497762 w 7569200"/>
              <a:gd name="connsiteY119" fmla="*/ 5876925 h 6858000"/>
              <a:gd name="connsiteX120" fmla="*/ 7516812 w 7569200"/>
              <a:gd name="connsiteY120" fmla="*/ 5915025 h 6858000"/>
              <a:gd name="connsiteX121" fmla="*/ 7532687 w 7569200"/>
              <a:gd name="connsiteY121" fmla="*/ 5956300 h 6858000"/>
              <a:gd name="connsiteX122" fmla="*/ 7546975 w 7569200"/>
              <a:gd name="connsiteY122" fmla="*/ 6003925 h 6858000"/>
              <a:gd name="connsiteX123" fmla="*/ 7558087 w 7569200"/>
              <a:gd name="connsiteY123" fmla="*/ 6056312 h 6858000"/>
              <a:gd name="connsiteX124" fmla="*/ 7566025 w 7569200"/>
              <a:gd name="connsiteY124" fmla="*/ 6113462 h 6858000"/>
              <a:gd name="connsiteX125" fmla="*/ 7569200 w 7569200"/>
              <a:gd name="connsiteY125" fmla="*/ 6183312 h 6858000"/>
              <a:gd name="connsiteX126" fmla="*/ 7566025 w 7569200"/>
              <a:gd name="connsiteY126" fmla="*/ 6251575 h 6858000"/>
              <a:gd name="connsiteX127" fmla="*/ 7558087 w 7569200"/>
              <a:gd name="connsiteY127" fmla="*/ 6311900 h 6858000"/>
              <a:gd name="connsiteX128" fmla="*/ 7546975 w 7569200"/>
              <a:gd name="connsiteY128" fmla="*/ 6361112 h 6858000"/>
              <a:gd name="connsiteX129" fmla="*/ 7532687 w 7569200"/>
              <a:gd name="connsiteY129" fmla="*/ 6407150 h 6858000"/>
              <a:gd name="connsiteX130" fmla="*/ 7516812 w 7569200"/>
              <a:gd name="connsiteY130" fmla="*/ 6448425 h 6858000"/>
              <a:gd name="connsiteX131" fmla="*/ 7499350 w 7569200"/>
              <a:gd name="connsiteY131" fmla="*/ 6488112 h 6858000"/>
              <a:gd name="connsiteX132" fmla="*/ 7481887 w 7569200"/>
              <a:gd name="connsiteY132" fmla="*/ 6523037 h 6858000"/>
              <a:gd name="connsiteX133" fmla="*/ 7462837 w 7569200"/>
              <a:gd name="connsiteY133" fmla="*/ 6561137 h 6858000"/>
              <a:gd name="connsiteX134" fmla="*/ 7443787 w 7569200"/>
              <a:gd name="connsiteY134" fmla="*/ 6597650 h 6858000"/>
              <a:gd name="connsiteX135" fmla="*/ 7427912 w 7569200"/>
              <a:gd name="connsiteY135" fmla="*/ 6640512 h 6858000"/>
              <a:gd name="connsiteX136" fmla="*/ 7412037 w 7569200"/>
              <a:gd name="connsiteY136" fmla="*/ 6683375 h 6858000"/>
              <a:gd name="connsiteX137" fmla="*/ 7402512 w 7569200"/>
              <a:gd name="connsiteY137" fmla="*/ 6735762 h 6858000"/>
              <a:gd name="connsiteX138" fmla="*/ 7394575 w 7569200"/>
              <a:gd name="connsiteY138" fmla="*/ 6791325 h 6858000"/>
              <a:gd name="connsiteX139" fmla="*/ 7389812 w 7569200"/>
              <a:gd name="connsiteY139" fmla="*/ 6858000 h 6858000"/>
              <a:gd name="connsiteX140" fmla="*/ 0 w 7569200"/>
              <a:gd name="connsiteY140" fmla="*/ 6858000 h 6858000"/>
              <a:gd name="connsiteX141" fmla="*/ 0 w 7569200"/>
              <a:gd name="connsiteY1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7569200" h="68580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3727AD-823A-BB42-EAE8-C13BE9F98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44" y="484631"/>
            <a:ext cx="6340519" cy="1638469"/>
          </a:xfrm>
        </p:spPr>
        <p:txBody>
          <a:bodyPr>
            <a:normAutofit/>
          </a:bodyPr>
          <a:lstStyle/>
          <a:p>
            <a:r>
              <a:rPr lang="pt-BR" dirty="0"/>
              <a:t>Declaração de Variáveis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DAFA16-9D2D-4BEC-89D0-B4EABEE9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B2D986-BF0D-6766-92DB-DA9171EE1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51" y="2443140"/>
            <a:ext cx="6306309" cy="393022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1900">
                <a:solidFill>
                  <a:schemeClr val="tx1"/>
                </a:solidFill>
              </a:rPr>
              <a:t>var </a:t>
            </a:r>
          </a:p>
          <a:p>
            <a:pPr>
              <a:lnSpc>
                <a:spcPct val="100000"/>
              </a:lnSpc>
            </a:pPr>
            <a:r>
              <a:rPr lang="pt-BR" sz="1900">
                <a:solidFill>
                  <a:schemeClr val="tx1"/>
                </a:solidFill>
              </a:rPr>
              <a:t>Declara uma variável, opcionalmente, inicializando-a com um valor.</a:t>
            </a:r>
          </a:p>
          <a:p>
            <a:pPr>
              <a:lnSpc>
                <a:spcPct val="100000"/>
              </a:lnSpc>
            </a:pPr>
            <a:endParaRPr lang="pt-BR" sz="190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sz="1900">
                <a:solidFill>
                  <a:schemeClr val="tx1"/>
                </a:solidFill>
              </a:rPr>
              <a:t>let </a:t>
            </a:r>
          </a:p>
          <a:p>
            <a:pPr>
              <a:lnSpc>
                <a:spcPct val="100000"/>
              </a:lnSpc>
            </a:pPr>
            <a:r>
              <a:rPr lang="pt-BR" sz="1900">
                <a:solidFill>
                  <a:schemeClr val="tx1"/>
                </a:solidFill>
              </a:rPr>
              <a:t>Declara uma variável local de escopo do bloco, opcionalmente, inicializando-a com um valor.</a:t>
            </a:r>
          </a:p>
          <a:p>
            <a:pPr>
              <a:lnSpc>
                <a:spcPct val="100000"/>
              </a:lnSpc>
            </a:pPr>
            <a:endParaRPr lang="pt-BR" sz="190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sz="1900">
                <a:solidFill>
                  <a:schemeClr val="tx1"/>
                </a:solidFill>
              </a:rPr>
              <a:t>const</a:t>
            </a:r>
          </a:p>
          <a:p>
            <a:pPr>
              <a:lnSpc>
                <a:spcPct val="100000"/>
              </a:lnSpc>
            </a:pPr>
            <a:r>
              <a:rPr lang="pt-BR" sz="1900">
                <a:solidFill>
                  <a:schemeClr val="tx1"/>
                </a:solidFill>
              </a:rPr>
              <a:t>Declara uma constante de escopo de bloco, apenas de leitura.</a:t>
            </a:r>
          </a:p>
        </p:txBody>
      </p:sp>
      <p:pic>
        <p:nvPicPr>
          <p:cNvPr id="7" name="Graphic 6" descr="Open Quotation Mark">
            <a:extLst>
              <a:ext uri="{FF2B5EF4-FFF2-40B4-BE49-F238E27FC236}">
                <a16:creationId xmlns:a16="http://schemas.microsoft.com/office/drawing/2014/main" id="{2E3B3CF4-28ED-BCC2-EA7A-400C496FAD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50787" y="1600709"/>
            <a:ext cx="3656581" cy="365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091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F4997-B07F-EE6B-0B2A-76D0EEB04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12A500-062B-C9D3-A11E-4565770DD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81317"/>
            <a:ext cx="10178322" cy="46998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O mais recente padrão </a:t>
            </a:r>
            <a:r>
              <a:rPr lang="pt-BR" dirty="0" err="1"/>
              <a:t>ECMAScript</a:t>
            </a:r>
            <a:r>
              <a:rPr lang="pt-BR" dirty="0"/>
              <a:t> define sete tipos de dados: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Seis tipos de dados são os chamados </a:t>
            </a:r>
            <a:r>
              <a:rPr lang="pt-BR" b="1" i="1" dirty="0"/>
              <a:t>primitivos</a:t>
            </a:r>
            <a:r>
              <a:rPr lang="pt-BR" dirty="0"/>
              <a:t>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 err="1"/>
              <a:t>Boolean</a:t>
            </a:r>
            <a:r>
              <a:rPr lang="pt-BR" dirty="0"/>
              <a:t> - </a:t>
            </a:r>
            <a:r>
              <a:rPr lang="pt-BR" dirty="0" err="1"/>
              <a:t>true</a:t>
            </a:r>
            <a:r>
              <a:rPr lang="pt-BR" dirty="0"/>
              <a:t> e false.</a:t>
            </a:r>
          </a:p>
          <a:p>
            <a:r>
              <a:rPr lang="pt-BR" dirty="0" err="1"/>
              <a:t>null</a:t>
            </a:r>
            <a:r>
              <a:rPr lang="pt-BR" dirty="0"/>
              <a:t> - Uma palavra-chave que indica valor nulo. (</a:t>
            </a:r>
            <a:r>
              <a:rPr lang="pt-BR" dirty="0" err="1"/>
              <a:t>null</a:t>
            </a:r>
            <a:r>
              <a:rPr lang="pt-BR" dirty="0"/>
              <a:t> não é o mesmo que </a:t>
            </a:r>
            <a:r>
              <a:rPr lang="pt-BR" dirty="0" err="1"/>
              <a:t>Null</a:t>
            </a:r>
            <a:r>
              <a:rPr lang="pt-BR" dirty="0"/>
              <a:t>, NULL)</a:t>
            </a:r>
          </a:p>
          <a:p>
            <a:r>
              <a:rPr lang="pt-BR" dirty="0" err="1"/>
              <a:t>undefined</a:t>
            </a:r>
            <a:r>
              <a:rPr lang="pt-BR" dirty="0"/>
              <a:t> - Uma propriedade superior cujo valor é indefinido.</a:t>
            </a:r>
          </a:p>
          <a:p>
            <a:r>
              <a:rPr lang="pt-BR" dirty="0" err="1"/>
              <a:t>Number</a:t>
            </a:r>
            <a:r>
              <a:rPr lang="pt-BR" dirty="0"/>
              <a:t> - 42 ou 3.14159.</a:t>
            </a:r>
          </a:p>
          <a:p>
            <a:r>
              <a:rPr lang="pt-BR" dirty="0" err="1"/>
              <a:t>String</a:t>
            </a:r>
            <a:r>
              <a:rPr lang="pt-BR" dirty="0"/>
              <a:t> - “texto qualquer"</a:t>
            </a:r>
          </a:p>
          <a:p>
            <a:r>
              <a:rPr lang="pt-BR" dirty="0"/>
              <a:t>Symbol - tipo de dado cuja as instâncias são únicas e imutáveis.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e </a:t>
            </a:r>
            <a:r>
              <a:rPr lang="pt-BR" b="1" i="1" dirty="0" err="1"/>
              <a:t>Object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3071902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0D05D67-94FF-B0A2-892E-32C89EAF9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Desvios condicionais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5ED4665-D10C-CC86-1638-8782E4764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2711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4BD3A9-25D1-4691-BE05-149182EC4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8D49CF1A-01DD-4115-A6BB-CFA8F7045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7569200" cy="6858000"/>
          </a:xfrm>
          <a:custGeom>
            <a:avLst/>
            <a:gdLst>
              <a:gd name="connsiteX0" fmla="*/ 0 w 7569200"/>
              <a:gd name="connsiteY0" fmla="*/ 0 h 6858000"/>
              <a:gd name="connsiteX1" fmla="*/ 7389812 w 7569200"/>
              <a:gd name="connsiteY1" fmla="*/ 0 h 6858000"/>
              <a:gd name="connsiteX2" fmla="*/ 7394575 w 7569200"/>
              <a:gd name="connsiteY2" fmla="*/ 66675 h 6858000"/>
              <a:gd name="connsiteX3" fmla="*/ 7402512 w 7569200"/>
              <a:gd name="connsiteY3" fmla="*/ 122237 h 6858000"/>
              <a:gd name="connsiteX4" fmla="*/ 7412037 w 7569200"/>
              <a:gd name="connsiteY4" fmla="*/ 174625 h 6858000"/>
              <a:gd name="connsiteX5" fmla="*/ 7427912 w 7569200"/>
              <a:gd name="connsiteY5" fmla="*/ 217487 h 6858000"/>
              <a:gd name="connsiteX6" fmla="*/ 7443787 w 7569200"/>
              <a:gd name="connsiteY6" fmla="*/ 260350 h 6858000"/>
              <a:gd name="connsiteX7" fmla="*/ 7462837 w 7569200"/>
              <a:gd name="connsiteY7" fmla="*/ 296862 h 6858000"/>
              <a:gd name="connsiteX8" fmla="*/ 7481887 w 7569200"/>
              <a:gd name="connsiteY8" fmla="*/ 334962 h 6858000"/>
              <a:gd name="connsiteX9" fmla="*/ 7499350 w 7569200"/>
              <a:gd name="connsiteY9" fmla="*/ 369887 h 6858000"/>
              <a:gd name="connsiteX10" fmla="*/ 7516812 w 7569200"/>
              <a:gd name="connsiteY10" fmla="*/ 409575 h 6858000"/>
              <a:gd name="connsiteX11" fmla="*/ 7532687 w 7569200"/>
              <a:gd name="connsiteY11" fmla="*/ 450850 h 6858000"/>
              <a:gd name="connsiteX12" fmla="*/ 7546975 w 7569200"/>
              <a:gd name="connsiteY12" fmla="*/ 496887 h 6858000"/>
              <a:gd name="connsiteX13" fmla="*/ 7558087 w 7569200"/>
              <a:gd name="connsiteY13" fmla="*/ 546100 h 6858000"/>
              <a:gd name="connsiteX14" fmla="*/ 7566025 w 7569200"/>
              <a:gd name="connsiteY14" fmla="*/ 606425 h 6858000"/>
              <a:gd name="connsiteX15" fmla="*/ 7569200 w 7569200"/>
              <a:gd name="connsiteY15" fmla="*/ 673100 h 6858000"/>
              <a:gd name="connsiteX16" fmla="*/ 7566025 w 7569200"/>
              <a:gd name="connsiteY16" fmla="*/ 744537 h 6858000"/>
              <a:gd name="connsiteX17" fmla="*/ 7558087 w 7569200"/>
              <a:gd name="connsiteY17" fmla="*/ 801687 h 6858000"/>
              <a:gd name="connsiteX18" fmla="*/ 7546975 w 7569200"/>
              <a:gd name="connsiteY18" fmla="*/ 854075 h 6858000"/>
              <a:gd name="connsiteX19" fmla="*/ 7532687 w 7569200"/>
              <a:gd name="connsiteY19" fmla="*/ 901700 h 6858000"/>
              <a:gd name="connsiteX20" fmla="*/ 7516812 w 7569200"/>
              <a:gd name="connsiteY20" fmla="*/ 942975 h 6858000"/>
              <a:gd name="connsiteX21" fmla="*/ 7497762 w 7569200"/>
              <a:gd name="connsiteY21" fmla="*/ 981075 h 6858000"/>
              <a:gd name="connsiteX22" fmla="*/ 7478712 w 7569200"/>
              <a:gd name="connsiteY22" fmla="*/ 1017587 h 6858000"/>
              <a:gd name="connsiteX23" fmla="*/ 7459662 w 7569200"/>
              <a:gd name="connsiteY23" fmla="*/ 1055687 h 6858000"/>
              <a:gd name="connsiteX24" fmla="*/ 7442200 w 7569200"/>
              <a:gd name="connsiteY24" fmla="*/ 1095375 h 6858000"/>
              <a:gd name="connsiteX25" fmla="*/ 7424737 w 7569200"/>
              <a:gd name="connsiteY25" fmla="*/ 1136650 h 6858000"/>
              <a:gd name="connsiteX26" fmla="*/ 7410450 w 7569200"/>
              <a:gd name="connsiteY26" fmla="*/ 1182687 h 6858000"/>
              <a:gd name="connsiteX27" fmla="*/ 7400925 w 7569200"/>
              <a:gd name="connsiteY27" fmla="*/ 1235075 h 6858000"/>
              <a:gd name="connsiteX28" fmla="*/ 7391400 w 7569200"/>
              <a:gd name="connsiteY28" fmla="*/ 1295400 h 6858000"/>
              <a:gd name="connsiteX29" fmla="*/ 7389812 w 7569200"/>
              <a:gd name="connsiteY29" fmla="*/ 1363662 h 6858000"/>
              <a:gd name="connsiteX30" fmla="*/ 7391400 w 7569200"/>
              <a:gd name="connsiteY30" fmla="*/ 1431925 h 6858000"/>
              <a:gd name="connsiteX31" fmla="*/ 7400925 w 7569200"/>
              <a:gd name="connsiteY31" fmla="*/ 1492250 h 6858000"/>
              <a:gd name="connsiteX32" fmla="*/ 7410450 w 7569200"/>
              <a:gd name="connsiteY32" fmla="*/ 1544637 h 6858000"/>
              <a:gd name="connsiteX33" fmla="*/ 7424737 w 7569200"/>
              <a:gd name="connsiteY33" fmla="*/ 1589087 h 6858000"/>
              <a:gd name="connsiteX34" fmla="*/ 7442200 w 7569200"/>
              <a:gd name="connsiteY34" fmla="*/ 1631950 h 6858000"/>
              <a:gd name="connsiteX35" fmla="*/ 7459662 w 7569200"/>
              <a:gd name="connsiteY35" fmla="*/ 1671637 h 6858000"/>
              <a:gd name="connsiteX36" fmla="*/ 7478712 w 7569200"/>
              <a:gd name="connsiteY36" fmla="*/ 1708150 h 6858000"/>
              <a:gd name="connsiteX37" fmla="*/ 7497762 w 7569200"/>
              <a:gd name="connsiteY37" fmla="*/ 1743075 h 6858000"/>
              <a:gd name="connsiteX38" fmla="*/ 7516812 w 7569200"/>
              <a:gd name="connsiteY38" fmla="*/ 1782762 h 6858000"/>
              <a:gd name="connsiteX39" fmla="*/ 7532687 w 7569200"/>
              <a:gd name="connsiteY39" fmla="*/ 1824037 h 6858000"/>
              <a:gd name="connsiteX40" fmla="*/ 7546975 w 7569200"/>
              <a:gd name="connsiteY40" fmla="*/ 1870075 h 6858000"/>
              <a:gd name="connsiteX41" fmla="*/ 7558087 w 7569200"/>
              <a:gd name="connsiteY41" fmla="*/ 1922462 h 6858000"/>
              <a:gd name="connsiteX42" fmla="*/ 7566025 w 7569200"/>
              <a:gd name="connsiteY42" fmla="*/ 1982787 h 6858000"/>
              <a:gd name="connsiteX43" fmla="*/ 7569200 w 7569200"/>
              <a:gd name="connsiteY43" fmla="*/ 2051050 h 6858000"/>
              <a:gd name="connsiteX44" fmla="*/ 7566025 w 7569200"/>
              <a:gd name="connsiteY44" fmla="*/ 2119312 h 6858000"/>
              <a:gd name="connsiteX45" fmla="*/ 7558087 w 7569200"/>
              <a:gd name="connsiteY45" fmla="*/ 2179637 h 6858000"/>
              <a:gd name="connsiteX46" fmla="*/ 7546975 w 7569200"/>
              <a:gd name="connsiteY46" fmla="*/ 2232025 h 6858000"/>
              <a:gd name="connsiteX47" fmla="*/ 7532687 w 7569200"/>
              <a:gd name="connsiteY47" fmla="*/ 2278062 h 6858000"/>
              <a:gd name="connsiteX48" fmla="*/ 7516812 w 7569200"/>
              <a:gd name="connsiteY48" fmla="*/ 2319337 h 6858000"/>
              <a:gd name="connsiteX49" fmla="*/ 7497762 w 7569200"/>
              <a:gd name="connsiteY49" fmla="*/ 2359025 h 6858000"/>
              <a:gd name="connsiteX50" fmla="*/ 7478712 w 7569200"/>
              <a:gd name="connsiteY50" fmla="*/ 2395537 h 6858000"/>
              <a:gd name="connsiteX51" fmla="*/ 7459662 w 7569200"/>
              <a:gd name="connsiteY51" fmla="*/ 2433637 h 6858000"/>
              <a:gd name="connsiteX52" fmla="*/ 7442200 w 7569200"/>
              <a:gd name="connsiteY52" fmla="*/ 2471737 h 6858000"/>
              <a:gd name="connsiteX53" fmla="*/ 7424737 w 7569200"/>
              <a:gd name="connsiteY53" fmla="*/ 2513012 h 6858000"/>
              <a:gd name="connsiteX54" fmla="*/ 7410450 w 7569200"/>
              <a:gd name="connsiteY54" fmla="*/ 2560637 h 6858000"/>
              <a:gd name="connsiteX55" fmla="*/ 7400925 w 7569200"/>
              <a:gd name="connsiteY55" fmla="*/ 2613025 h 6858000"/>
              <a:gd name="connsiteX56" fmla="*/ 7391400 w 7569200"/>
              <a:gd name="connsiteY56" fmla="*/ 2671762 h 6858000"/>
              <a:gd name="connsiteX57" fmla="*/ 7389812 w 7569200"/>
              <a:gd name="connsiteY57" fmla="*/ 2741612 h 6858000"/>
              <a:gd name="connsiteX58" fmla="*/ 7391400 w 7569200"/>
              <a:gd name="connsiteY58" fmla="*/ 2809875 h 6858000"/>
              <a:gd name="connsiteX59" fmla="*/ 7400925 w 7569200"/>
              <a:gd name="connsiteY59" fmla="*/ 2868612 h 6858000"/>
              <a:gd name="connsiteX60" fmla="*/ 7410450 w 7569200"/>
              <a:gd name="connsiteY60" fmla="*/ 2922587 h 6858000"/>
              <a:gd name="connsiteX61" fmla="*/ 7424737 w 7569200"/>
              <a:gd name="connsiteY61" fmla="*/ 2967037 h 6858000"/>
              <a:gd name="connsiteX62" fmla="*/ 7442200 w 7569200"/>
              <a:gd name="connsiteY62" fmla="*/ 3009900 h 6858000"/>
              <a:gd name="connsiteX63" fmla="*/ 7459662 w 7569200"/>
              <a:gd name="connsiteY63" fmla="*/ 3046412 h 6858000"/>
              <a:gd name="connsiteX64" fmla="*/ 7478712 w 7569200"/>
              <a:gd name="connsiteY64" fmla="*/ 3084512 h 6858000"/>
              <a:gd name="connsiteX65" fmla="*/ 7497762 w 7569200"/>
              <a:gd name="connsiteY65" fmla="*/ 3121025 h 6858000"/>
              <a:gd name="connsiteX66" fmla="*/ 7516812 w 7569200"/>
              <a:gd name="connsiteY66" fmla="*/ 3160712 h 6858000"/>
              <a:gd name="connsiteX67" fmla="*/ 7532687 w 7569200"/>
              <a:gd name="connsiteY67" fmla="*/ 3201987 h 6858000"/>
              <a:gd name="connsiteX68" fmla="*/ 7546975 w 7569200"/>
              <a:gd name="connsiteY68" fmla="*/ 3248025 h 6858000"/>
              <a:gd name="connsiteX69" fmla="*/ 7558087 w 7569200"/>
              <a:gd name="connsiteY69" fmla="*/ 3300412 h 6858000"/>
              <a:gd name="connsiteX70" fmla="*/ 7566025 w 7569200"/>
              <a:gd name="connsiteY70" fmla="*/ 3360737 h 6858000"/>
              <a:gd name="connsiteX71" fmla="*/ 7569200 w 7569200"/>
              <a:gd name="connsiteY71" fmla="*/ 3427412 h 6858000"/>
              <a:gd name="connsiteX72" fmla="*/ 7566025 w 7569200"/>
              <a:gd name="connsiteY72" fmla="*/ 3497262 h 6858000"/>
              <a:gd name="connsiteX73" fmla="*/ 7558087 w 7569200"/>
              <a:gd name="connsiteY73" fmla="*/ 3557587 h 6858000"/>
              <a:gd name="connsiteX74" fmla="*/ 7546975 w 7569200"/>
              <a:gd name="connsiteY74" fmla="*/ 3609975 h 6858000"/>
              <a:gd name="connsiteX75" fmla="*/ 7532687 w 7569200"/>
              <a:gd name="connsiteY75" fmla="*/ 3656012 h 6858000"/>
              <a:gd name="connsiteX76" fmla="*/ 7516812 w 7569200"/>
              <a:gd name="connsiteY76" fmla="*/ 3697287 h 6858000"/>
              <a:gd name="connsiteX77" fmla="*/ 7497762 w 7569200"/>
              <a:gd name="connsiteY77" fmla="*/ 3736975 h 6858000"/>
              <a:gd name="connsiteX78" fmla="*/ 7459662 w 7569200"/>
              <a:gd name="connsiteY78" fmla="*/ 3811587 h 6858000"/>
              <a:gd name="connsiteX79" fmla="*/ 7442200 w 7569200"/>
              <a:gd name="connsiteY79" fmla="*/ 3848100 h 6858000"/>
              <a:gd name="connsiteX80" fmla="*/ 7424737 w 7569200"/>
              <a:gd name="connsiteY80" fmla="*/ 3890962 h 6858000"/>
              <a:gd name="connsiteX81" fmla="*/ 7410450 w 7569200"/>
              <a:gd name="connsiteY81" fmla="*/ 3935412 h 6858000"/>
              <a:gd name="connsiteX82" fmla="*/ 7400925 w 7569200"/>
              <a:gd name="connsiteY82" fmla="*/ 3987800 h 6858000"/>
              <a:gd name="connsiteX83" fmla="*/ 7391400 w 7569200"/>
              <a:gd name="connsiteY83" fmla="*/ 4048125 h 6858000"/>
              <a:gd name="connsiteX84" fmla="*/ 7389812 w 7569200"/>
              <a:gd name="connsiteY84" fmla="*/ 4116387 h 6858000"/>
              <a:gd name="connsiteX85" fmla="*/ 7391400 w 7569200"/>
              <a:gd name="connsiteY85" fmla="*/ 4186237 h 6858000"/>
              <a:gd name="connsiteX86" fmla="*/ 7400925 w 7569200"/>
              <a:gd name="connsiteY86" fmla="*/ 4244975 h 6858000"/>
              <a:gd name="connsiteX87" fmla="*/ 7410450 w 7569200"/>
              <a:gd name="connsiteY87" fmla="*/ 4297362 h 6858000"/>
              <a:gd name="connsiteX88" fmla="*/ 7424737 w 7569200"/>
              <a:gd name="connsiteY88" fmla="*/ 4343400 h 6858000"/>
              <a:gd name="connsiteX89" fmla="*/ 7442200 w 7569200"/>
              <a:gd name="connsiteY89" fmla="*/ 4386262 h 6858000"/>
              <a:gd name="connsiteX90" fmla="*/ 7459662 w 7569200"/>
              <a:gd name="connsiteY90" fmla="*/ 4424362 h 6858000"/>
              <a:gd name="connsiteX91" fmla="*/ 7497762 w 7569200"/>
              <a:gd name="connsiteY91" fmla="*/ 4498975 h 6858000"/>
              <a:gd name="connsiteX92" fmla="*/ 7516812 w 7569200"/>
              <a:gd name="connsiteY92" fmla="*/ 4537075 h 6858000"/>
              <a:gd name="connsiteX93" fmla="*/ 7532687 w 7569200"/>
              <a:gd name="connsiteY93" fmla="*/ 4579937 h 6858000"/>
              <a:gd name="connsiteX94" fmla="*/ 7546975 w 7569200"/>
              <a:gd name="connsiteY94" fmla="*/ 4625975 h 6858000"/>
              <a:gd name="connsiteX95" fmla="*/ 7558087 w 7569200"/>
              <a:gd name="connsiteY95" fmla="*/ 4678362 h 6858000"/>
              <a:gd name="connsiteX96" fmla="*/ 7566025 w 7569200"/>
              <a:gd name="connsiteY96" fmla="*/ 4738687 h 6858000"/>
              <a:gd name="connsiteX97" fmla="*/ 7569200 w 7569200"/>
              <a:gd name="connsiteY97" fmla="*/ 4806950 h 6858000"/>
              <a:gd name="connsiteX98" fmla="*/ 7566025 w 7569200"/>
              <a:gd name="connsiteY98" fmla="*/ 4875212 h 6858000"/>
              <a:gd name="connsiteX99" fmla="*/ 7558087 w 7569200"/>
              <a:gd name="connsiteY99" fmla="*/ 4935537 h 6858000"/>
              <a:gd name="connsiteX100" fmla="*/ 7546975 w 7569200"/>
              <a:gd name="connsiteY100" fmla="*/ 4987925 h 6858000"/>
              <a:gd name="connsiteX101" fmla="*/ 7532687 w 7569200"/>
              <a:gd name="connsiteY101" fmla="*/ 5033962 h 6858000"/>
              <a:gd name="connsiteX102" fmla="*/ 7516812 w 7569200"/>
              <a:gd name="connsiteY102" fmla="*/ 5075237 h 6858000"/>
              <a:gd name="connsiteX103" fmla="*/ 7497762 w 7569200"/>
              <a:gd name="connsiteY103" fmla="*/ 5114925 h 6858000"/>
              <a:gd name="connsiteX104" fmla="*/ 7478712 w 7569200"/>
              <a:gd name="connsiteY104" fmla="*/ 5149850 h 6858000"/>
              <a:gd name="connsiteX105" fmla="*/ 7459662 w 7569200"/>
              <a:gd name="connsiteY105" fmla="*/ 5186362 h 6858000"/>
              <a:gd name="connsiteX106" fmla="*/ 7442200 w 7569200"/>
              <a:gd name="connsiteY106" fmla="*/ 5226050 h 6858000"/>
              <a:gd name="connsiteX107" fmla="*/ 7424737 w 7569200"/>
              <a:gd name="connsiteY107" fmla="*/ 5268912 h 6858000"/>
              <a:gd name="connsiteX108" fmla="*/ 7410450 w 7569200"/>
              <a:gd name="connsiteY108" fmla="*/ 5313362 h 6858000"/>
              <a:gd name="connsiteX109" fmla="*/ 7400925 w 7569200"/>
              <a:gd name="connsiteY109" fmla="*/ 5365750 h 6858000"/>
              <a:gd name="connsiteX110" fmla="*/ 7391400 w 7569200"/>
              <a:gd name="connsiteY110" fmla="*/ 5426075 h 6858000"/>
              <a:gd name="connsiteX111" fmla="*/ 7389812 w 7569200"/>
              <a:gd name="connsiteY111" fmla="*/ 5494337 h 6858000"/>
              <a:gd name="connsiteX112" fmla="*/ 7391400 w 7569200"/>
              <a:gd name="connsiteY112" fmla="*/ 5562600 h 6858000"/>
              <a:gd name="connsiteX113" fmla="*/ 7400925 w 7569200"/>
              <a:gd name="connsiteY113" fmla="*/ 5622925 h 6858000"/>
              <a:gd name="connsiteX114" fmla="*/ 7410450 w 7569200"/>
              <a:gd name="connsiteY114" fmla="*/ 5675312 h 6858000"/>
              <a:gd name="connsiteX115" fmla="*/ 7424737 w 7569200"/>
              <a:gd name="connsiteY115" fmla="*/ 5721350 h 6858000"/>
              <a:gd name="connsiteX116" fmla="*/ 7442200 w 7569200"/>
              <a:gd name="connsiteY116" fmla="*/ 5762625 h 6858000"/>
              <a:gd name="connsiteX117" fmla="*/ 7459662 w 7569200"/>
              <a:gd name="connsiteY117" fmla="*/ 5802312 h 6858000"/>
              <a:gd name="connsiteX118" fmla="*/ 7478712 w 7569200"/>
              <a:gd name="connsiteY118" fmla="*/ 5840412 h 6858000"/>
              <a:gd name="connsiteX119" fmla="*/ 7497762 w 7569200"/>
              <a:gd name="connsiteY119" fmla="*/ 5876925 h 6858000"/>
              <a:gd name="connsiteX120" fmla="*/ 7516812 w 7569200"/>
              <a:gd name="connsiteY120" fmla="*/ 5915025 h 6858000"/>
              <a:gd name="connsiteX121" fmla="*/ 7532687 w 7569200"/>
              <a:gd name="connsiteY121" fmla="*/ 5956300 h 6858000"/>
              <a:gd name="connsiteX122" fmla="*/ 7546975 w 7569200"/>
              <a:gd name="connsiteY122" fmla="*/ 6003925 h 6858000"/>
              <a:gd name="connsiteX123" fmla="*/ 7558087 w 7569200"/>
              <a:gd name="connsiteY123" fmla="*/ 6056312 h 6858000"/>
              <a:gd name="connsiteX124" fmla="*/ 7566025 w 7569200"/>
              <a:gd name="connsiteY124" fmla="*/ 6113462 h 6858000"/>
              <a:gd name="connsiteX125" fmla="*/ 7569200 w 7569200"/>
              <a:gd name="connsiteY125" fmla="*/ 6183312 h 6858000"/>
              <a:gd name="connsiteX126" fmla="*/ 7566025 w 7569200"/>
              <a:gd name="connsiteY126" fmla="*/ 6251575 h 6858000"/>
              <a:gd name="connsiteX127" fmla="*/ 7558087 w 7569200"/>
              <a:gd name="connsiteY127" fmla="*/ 6311900 h 6858000"/>
              <a:gd name="connsiteX128" fmla="*/ 7546975 w 7569200"/>
              <a:gd name="connsiteY128" fmla="*/ 6361112 h 6858000"/>
              <a:gd name="connsiteX129" fmla="*/ 7532687 w 7569200"/>
              <a:gd name="connsiteY129" fmla="*/ 6407150 h 6858000"/>
              <a:gd name="connsiteX130" fmla="*/ 7516812 w 7569200"/>
              <a:gd name="connsiteY130" fmla="*/ 6448425 h 6858000"/>
              <a:gd name="connsiteX131" fmla="*/ 7499350 w 7569200"/>
              <a:gd name="connsiteY131" fmla="*/ 6488112 h 6858000"/>
              <a:gd name="connsiteX132" fmla="*/ 7481887 w 7569200"/>
              <a:gd name="connsiteY132" fmla="*/ 6523037 h 6858000"/>
              <a:gd name="connsiteX133" fmla="*/ 7462837 w 7569200"/>
              <a:gd name="connsiteY133" fmla="*/ 6561137 h 6858000"/>
              <a:gd name="connsiteX134" fmla="*/ 7443787 w 7569200"/>
              <a:gd name="connsiteY134" fmla="*/ 6597650 h 6858000"/>
              <a:gd name="connsiteX135" fmla="*/ 7427912 w 7569200"/>
              <a:gd name="connsiteY135" fmla="*/ 6640512 h 6858000"/>
              <a:gd name="connsiteX136" fmla="*/ 7412037 w 7569200"/>
              <a:gd name="connsiteY136" fmla="*/ 6683375 h 6858000"/>
              <a:gd name="connsiteX137" fmla="*/ 7402512 w 7569200"/>
              <a:gd name="connsiteY137" fmla="*/ 6735762 h 6858000"/>
              <a:gd name="connsiteX138" fmla="*/ 7394575 w 7569200"/>
              <a:gd name="connsiteY138" fmla="*/ 6791325 h 6858000"/>
              <a:gd name="connsiteX139" fmla="*/ 7389812 w 7569200"/>
              <a:gd name="connsiteY139" fmla="*/ 6858000 h 6858000"/>
              <a:gd name="connsiteX140" fmla="*/ 0 w 7569200"/>
              <a:gd name="connsiteY140" fmla="*/ 6858000 h 6858000"/>
              <a:gd name="connsiteX141" fmla="*/ 0 w 7569200"/>
              <a:gd name="connsiteY1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7569200" h="68580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AB6B41-E029-F0F2-0A03-F42496CCA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44" y="484631"/>
            <a:ext cx="6340519" cy="1638469"/>
          </a:xfrm>
        </p:spPr>
        <p:txBody>
          <a:bodyPr>
            <a:normAutofit/>
          </a:bodyPr>
          <a:lstStyle/>
          <a:p>
            <a:r>
              <a:rPr lang="pt-BR"/>
              <a:t>Bloco de comandos</a:t>
            </a:r>
            <a:endParaRPr lang="pt-B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DAFA16-9D2D-4BEC-89D0-B4EABEE9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87689D-ADCE-BED4-6269-D66A202DF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51" y="2443140"/>
            <a:ext cx="6306309" cy="3930227"/>
          </a:xfrm>
        </p:spPr>
        <p:txBody>
          <a:bodyPr>
            <a:normAutofit/>
          </a:bodyPr>
          <a:lstStyle/>
          <a:p>
            <a:r>
              <a:rPr lang="pt-BR">
                <a:solidFill>
                  <a:schemeClr val="tx1"/>
                </a:solidFill>
              </a:rPr>
              <a:t>Uma declaração em bloco é utilizada para agrupar declarações. </a:t>
            </a:r>
          </a:p>
          <a:p>
            <a:r>
              <a:rPr lang="pt-BR">
                <a:solidFill>
                  <a:schemeClr val="tx1"/>
                </a:solidFill>
              </a:rPr>
              <a:t>O bloco é delimitado por um par de chaves.</a:t>
            </a:r>
          </a:p>
          <a:p>
            <a:r>
              <a:rPr lang="pt-BR">
                <a:solidFill>
                  <a:schemeClr val="tx1"/>
                </a:solidFill>
              </a:rPr>
              <a:t>Declarações em bloco são utilizadas geralmente com declarações de fluxo de controle (if, for e while)</a:t>
            </a:r>
          </a:p>
          <a:p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9C381F5-68B0-3BF2-62C8-BAB17BAB9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524" y="2258500"/>
            <a:ext cx="4369715" cy="232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182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9C759-D377-255A-0186-968AD5B7F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F15118-D78C-4461-D89E-34F13C007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Uma declaração condicional é um conjunto de comandos que são executados caso uma condição especificada seja verdadeira.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 </a:t>
            </a:r>
            <a:r>
              <a:rPr lang="pt-BR" dirty="0" err="1"/>
              <a:t>JavaScript</a:t>
            </a:r>
            <a:r>
              <a:rPr lang="pt-BR" dirty="0"/>
              <a:t> suporta duas declarações condicionais: </a:t>
            </a:r>
          </a:p>
          <a:p>
            <a:endParaRPr lang="pt-BR" dirty="0"/>
          </a:p>
          <a:p>
            <a:r>
              <a:rPr lang="pt-BR" dirty="0" err="1"/>
              <a:t>if</a:t>
            </a:r>
            <a:r>
              <a:rPr lang="pt-BR" dirty="0"/>
              <a:t> – </a:t>
            </a:r>
            <a:r>
              <a:rPr lang="pt-BR" dirty="0" err="1"/>
              <a:t>else</a:t>
            </a:r>
            <a:endParaRPr lang="pt-BR" dirty="0"/>
          </a:p>
          <a:p>
            <a:r>
              <a:rPr lang="pt-BR" dirty="0"/>
              <a:t>switch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2765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523143-DBDD-9EAD-62FD-7463FB2B5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02116A-C56B-1CF6-DB94-A4AD3E942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Declare </a:t>
            </a:r>
            <a:r>
              <a:rPr lang="pt-BR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dirty="0"/>
              <a:t> para executar um bloco de operações caso uma determinada condição lógica seja verdadeira;</a:t>
            </a:r>
          </a:p>
          <a:p>
            <a:r>
              <a:rPr lang="pt-BR" dirty="0"/>
              <a:t>Declare </a:t>
            </a:r>
            <a:r>
              <a:rPr lang="pt-BR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dirty="0"/>
              <a:t> para executar outro bloco de operações caso a condição lógica do </a:t>
            </a:r>
            <a:r>
              <a:rPr lang="pt-BR" dirty="0" err="1"/>
              <a:t>if</a:t>
            </a:r>
            <a:r>
              <a:rPr lang="pt-BR" dirty="0"/>
              <a:t> seja falsa.</a:t>
            </a:r>
          </a:p>
          <a:p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49DADFC-9832-1E96-4DE6-A8EB38704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633" y="3790743"/>
            <a:ext cx="2892733" cy="268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66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B09D6-0C1A-417C-39D0-827339349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A1C336-7350-E732-D5A9-72DAB5380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desejar agrupar vários testes condicionais, use </a:t>
            </a:r>
            <a:r>
              <a:rPr lang="pt-BR" dirty="0" err="1"/>
              <a:t>if</a:t>
            </a:r>
            <a:r>
              <a:rPr lang="pt-BR" dirty="0"/>
              <a:t> – </a:t>
            </a:r>
            <a:r>
              <a:rPr lang="pt-BR" dirty="0" err="1"/>
              <a:t>else</a:t>
            </a:r>
            <a:r>
              <a:rPr lang="pt-BR" dirty="0"/>
              <a:t> </a:t>
            </a:r>
            <a:r>
              <a:rPr lang="pt-BR" dirty="0" err="1"/>
              <a:t>if</a:t>
            </a:r>
            <a:r>
              <a:rPr lang="pt-BR" dirty="0"/>
              <a:t> – </a:t>
            </a:r>
            <a:r>
              <a:rPr lang="pt-BR" dirty="0" err="1"/>
              <a:t>else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45D08DE-2A9A-3003-6169-3356EF253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162" y="2912327"/>
            <a:ext cx="3141406" cy="346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739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D99236-14A3-7FD0-638B-D0551CB87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3384329" cy="1640894"/>
          </a:xfrm>
        </p:spPr>
        <p:txBody>
          <a:bodyPr anchor="t">
            <a:normAutofit/>
          </a:bodyPr>
          <a:lstStyle/>
          <a:p>
            <a:r>
              <a:rPr lang="pt-BR" sz="4000"/>
              <a:t>DESVIO CONDICIONAL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084023-3EF7-A34A-8A85-F32B4EE64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863" y="2286001"/>
            <a:ext cx="3384330" cy="3940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Um operador de comparação compara seus operandos e retorna um valor lógico baseado em se a comparação é verdadeira.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362BF9-4DF0-3AF2-933B-0B7153983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080" y="0"/>
            <a:ext cx="75029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895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4BD3A9-25D1-4691-BE05-149182EC4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8D49CF1A-01DD-4115-A6BB-CFA8F7045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7569200" cy="6858000"/>
          </a:xfrm>
          <a:custGeom>
            <a:avLst/>
            <a:gdLst>
              <a:gd name="connsiteX0" fmla="*/ 0 w 7569200"/>
              <a:gd name="connsiteY0" fmla="*/ 0 h 6858000"/>
              <a:gd name="connsiteX1" fmla="*/ 7389812 w 7569200"/>
              <a:gd name="connsiteY1" fmla="*/ 0 h 6858000"/>
              <a:gd name="connsiteX2" fmla="*/ 7394575 w 7569200"/>
              <a:gd name="connsiteY2" fmla="*/ 66675 h 6858000"/>
              <a:gd name="connsiteX3" fmla="*/ 7402512 w 7569200"/>
              <a:gd name="connsiteY3" fmla="*/ 122237 h 6858000"/>
              <a:gd name="connsiteX4" fmla="*/ 7412037 w 7569200"/>
              <a:gd name="connsiteY4" fmla="*/ 174625 h 6858000"/>
              <a:gd name="connsiteX5" fmla="*/ 7427912 w 7569200"/>
              <a:gd name="connsiteY5" fmla="*/ 217487 h 6858000"/>
              <a:gd name="connsiteX6" fmla="*/ 7443787 w 7569200"/>
              <a:gd name="connsiteY6" fmla="*/ 260350 h 6858000"/>
              <a:gd name="connsiteX7" fmla="*/ 7462837 w 7569200"/>
              <a:gd name="connsiteY7" fmla="*/ 296862 h 6858000"/>
              <a:gd name="connsiteX8" fmla="*/ 7481887 w 7569200"/>
              <a:gd name="connsiteY8" fmla="*/ 334962 h 6858000"/>
              <a:gd name="connsiteX9" fmla="*/ 7499350 w 7569200"/>
              <a:gd name="connsiteY9" fmla="*/ 369887 h 6858000"/>
              <a:gd name="connsiteX10" fmla="*/ 7516812 w 7569200"/>
              <a:gd name="connsiteY10" fmla="*/ 409575 h 6858000"/>
              <a:gd name="connsiteX11" fmla="*/ 7532687 w 7569200"/>
              <a:gd name="connsiteY11" fmla="*/ 450850 h 6858000"/>
              <a:gd name="connsiteX12" fmla="*/ 7546975 w 7569200"/>
              <a:gd name="connsiteY12" fmla="*/ 496887 h 6858000"/>
              <a:gd name="connsiteX13" fmla="*/ 7558087 w 7569200"/>
              <a:gd name="connsiteY13" fmla="*/ 546100 h 6858000"/>
              <a:gd name="connsiteX14" fmla="*/ 7566025 w 7569200"/>
              <a:gd name="connsiteY14" fmla="*/ 606425 h 6858000"/>
              <a:gd name="connsiteX15" fmla="*/ 7569200 w 7569200"/>
              <a:gd name="connsiteY15" fmla="*/ 673100 h 6858000"/>
              <a:gd name="connsiteX16" fmla="*/ 7566025 w 7569200"/>
              <a:gd name="connsiteY16" fmla="*/ 744537 h 6858000"/>
              <a:gd name="connsiteX17" fmla="*/ 7558087 w 7569200"/>
              <a:gd name="connsiteY17" fmla="*/ 801687 h 6858000"/>
              <a:gd name="connsiteX18" fmla="*/ 7546975 w 7569200"/>
              <a:gd name="connsiteY18" fmla="*/ 854075 h 6858000"/>
              <a:gd name="connsiteX19" fmla="*/ 7532687 w 7569200"/>
              <a:gd name="connsiteY19" fmla="*/ 901700 h 6858000"/>
              <a:gd name="connsiteX20" fmla="*/ 7516812 w 7569200"/>
              <a:gd name="connsiteY20" fmla="*/ 942975 h 6858000"/>
              <a:gd name="connsiteX21" fmla="*/ 7497762 w 7569200"/>
              <a:gd name="connsiteY21" fmla="*/ 981075 h 6858000"/>
              <a:gd name="connsiteX22" fmla="*/ 7478712 w 7569200"/>
              <a:gd name="connsiteY22" fmla="*/ 1017587 h 6858000"/>
              <a:gd name="connsiteX23" fmla="*/ 7459662 w 7569200"/>
              <a:gd name="connsiteY23" fmla="*/ 1055687 h 6858000"/>
              <a:gd name="connsiteX24" fmla="*/ 7442200 w 7569200"/>
              <a:gd name="connsiteY24" fmla="*/ 1095375 h 6858000"/>
              <a:gd name="connsiteX25" fmla="*/ 7424737 w 7569200"/>
              <a:gd name="connsiteY25" fmla="*/ 1136650 h 6858000"/>
              <a:gd name="connsiteX26" fmla="*/ 7410450 w 7569200"/>
              <a:gd name="connsiteY26" fmla="*/ 1182687 h 6858000"/>
              <a:gd name="connsiteX27" fmla="*/ 7400925 w 7569200"/>
              <a:gd name="connsiteY27" fmla="*/ 1235075 h 6858000"/>
              <a:gd name="connsiteX28" fmla="*/ 7391400 w 7569200"/>
              <a:gd name="connsiteY28" fmla="*/ 1295400 h 6858000"/>
              <a:gd name="connsiteX29" fmla="*/ 7389812 w 7569200"/>
              <a:gd name="connsiteY29" fmla="*/ 1363662 h 6858000"/>
              <a:gd name="connsiteX30" fmla="*/ 7391400 w 7569200"/>
              <a:gd name="connsiteY30" fmla="*/ 1431925 h 6858000"/>
              <a:gd name="connsiteX31" fmla="*/ 7400925 w 7569200"/>
              <a:gd name="connsiteY31" fmla="*/ 1492250 h 6858000"/>
              <a:gd name="connsiteX32" fmla="*/ 7410450 w 7569200"/>
              <a:gd name="connsiteY32" fmla="*/ 1544637 h 6858000"/>
              <a:gd name="connsiteX33" fmla="*/ 7424737 w 7569200"/>
              <a:gd name="connsiteY33" fmla="*/ 1589087 h 6858000"/>
              <a:gd name="connsiteX34" fmla="*/ 7442200 w 7569200"/>
              <a:gd name="connsiteY34" fmla="*/ 1631950 h 6858000"/>
              <a:gd name="connsiteX35" fmla="*/ 7459662 w 7569200"/>
              <a:gd name="connsiteY35" fmla="*/ 1671637 h 6858000"/>
              <a:gd name="connsiteX36" fmla="*/ 7478712 w 7569200"/>
              <a:gd name="connsiteY36" fmla="*/ 1708150 h 6858000"/>
              <a:gd name="connsiteX37" fmla="*/ 7497762 w 7569200"/>
              <a:gd name="connsiteY37" fmla="*/ 1743075 h 6858000"/>
              <a:gd name="connsiteX38" fmla="*/ 7516812 w 7569200"/>
              <a:gd name="connsiteY38" fmla="*/ 1782762 h 6858000"/>
              <a:gd name="connsiteX39" fmla="*/ 7532687 w 7569200"/>
              <a:gd name="connsiteY39" fmla="*/ 1824037 h 6858000"/>
              <a:gd name="connsiteX40" fmla="*/ 7546975 w 7569200"/>
              <a:gd name="connsiteY40" fmla="*/ 1870075 h 6858000"/>
              <a:gd name="connsiteX41" fmla="*/ 7558087 w 7569200"/>
              <a:gd name="connsiteY41" fmla="*/ 1922462 h 6858000"/>
              <a:gd name="connsiteX42" fmla="*/ 7566025 w 7569200"/>
              <a:gd name="connsiteY42" fmla="*/ 1982787 h 6858000"/>
              <a:gd name="connsiteX43" fmla="*/ 7569200 w 7569200"/>
              <a:gd name="connsiteY43" fmla="*/ 2051050 h 6858000"/>
              <a:gd name="connsiteX44" fmla="*/ 7566025 w 7569200"/>
              <a:gd name="connsiteY44" fmla="*/ 2119312 h 6858000"/>
              <a:gd name="connsiteX45" fmla="*/ 7558087 w 7569200"/>
              <a:gd name="connsiteY45" fmla="*/ 2179637 h 6858000"/>
              <a:gd name="connsiteX46" fmla="*/ 7546975 w 7569200"/>
              <a:gd name="connsiteY46" fmla="*/ 2232025 h 6858000"/>
              <a:gd name="connsiteX47" fmla="*/ 7532687 w 7569200"/>
              <a:gd name="connsiteY47" fmla="*/ 2278062 h 6858000"/>
              <a:gd name="connsiteX48" fmla="*/ 7516812 w 7569200"/>
              <a:gd name="connsiteY48" fmla="*/ 2319337 h 6858000"/>
              <a:gd name="connsiteX49" fmla="*/ 7497762 w 7569200"/>
              <a:gd name="connsiteY49" fmla="*/ 2359025 h 6858000"/>
              <a:gd name="connsiteX50" fmla="*/ 7478712 w 7569200"/>
              <a:gd name="connsiteY50" fmla="*/ 2395537 h 6858000"/>
              <a:gd name="connsiteX51" fmla="*/ 7459662 w 7569200"/>
              <a:gd name="connsiteY51" fmla="*/ 2433637 h 6858000"/>
              <a:gd name="connsiteX52" fmla="*/ 7442200 w 7569200"/>
              <a:gd name="connsiteY52" fmla="*/ 2471737 h 6858000"/>
              <a:gd name="connsiteX53" fmla="*/ 7424737 w 7569200"/>
              <a:gd name="connsiteY53" fmla="*/ 2513012 h 6858000"/>
              <a:gd name="connsiteX54" fmla="*/ 7410450 w 7569200"/>
              <a:gd name="connsiteY54" fmla="*/ 2560637 h 6858000"/>
              <a:gd name="connsiteX55" fmla="*/ 7400925 w 7569200"/>
              <a:gd name="connsiteY55" fmla="*/ 2613025 h 6858000"/>
              <a:gd name="connsiteX56" fmla="*/ 7391400 w 7569200"/>
              <a:gd name="connsiteY56" fmla="*/ 2671762 h 6858000"/>
              <a:gd name="connsiteX57" fmla="*/ 7389812 w 7569200"/>
              <a:gd name="connsiteY57" fmla="*/ 2741612 h 6858000"/>
              <a:gd name="connsiteX58" fmla="*/ 7391400 w 7569200"/>
              <a:gd name="connsiteY58" fmla="*/ 2809875 h 6858000"/>
              <a:gd name="connsiteX59" fmla="*/ 7400925 w 7569200"/>
              <a:gd name="connsiteY59" fmla="*/ 2868612 h 6858000"/>
              <a:gd name="connsiteX60" fmla="*/ 7410450 w 7569200"/>
              <a:gd name="connsiteY60" fmla="*/ 2922587 h 6858000"/>
              <a:gd name="connsiteX61" fmla="*/ 7424737 w 7569200"/>
              <a:gd name="connsiteY61" fmla="*/ 2967037 h 6858000"/>
              <a:gd name="connsiteX62" fmla="*/ 7442200 w 7569200"/>
              <a:gd name="connsiteY62" fmla="*/ 3009900 h 6858000"/>
              <a:gd name="connsiteX63" fmla="*/ 7459662 w 7569200"/>
              <a:gd name="connsiteY63" fmla="*/ 3046412 h 6858000"/>
              <a:gd name="connsiteX64" fmla="*/ 7478712 w 7569200"/>
              <a:gd name="connsiteY64" fmla="*/ 3084512 h 6858000"/>
              <a:gd name="connsiteX65" fmla="*/ 7497762 w 7569200"/>
              <a:gd name="connsiteY65" fmla="*/ 3121025 h 6858000"/>
              <a:gd name="connsiteX66" fmla="*/ 7516812 w 7569200"/>
              <a:gd name="connsiteY66" fmla="*/ 3160712 h 6858000"/>
              <a:gd name="connsiteX67" fmla="*/ 7532687 w 7569200"/>
              <a:gd name="connsiteY67" fmla="*/ 3201987 h 6858000"/>
              <a:gd name="connsiteX68" fmla="*/ 7546975 w 7569200"/>
              <a:gd name="connsiteY68" fmla="*/ 3248025 h 6858000"/>
              <a:gd name="connsiteX69" fmla="*/ 7558087 w 7569200"/>
              <a:gd name="connsiteY69" fmla="*/ 3300412 h 6858000"/>
              <a:gd name="connsiteX70" fmla="*/ 7566025 w 7569200"/>
              <a:gd name="connsiteY70" fmla="*/ 3360737 h 6858000"/>
              <a:gd name="connsiteX71" fmla="*/ 7569200 w 7569200"/>
              <a:gd name="connsiteY71" fmla="*/ 3427412 h 6858000"/>
              <a:gd name="connsiteX72" fmla="*/ 7566025 w 7569200"/>
              <a:gd name="connsiteY72" fmla="*/ 3497262 h 6858000"/>
              <a:gd name="connsiteX73" fmla="*/ 7558087 w 7569200"/>
              <a:gd name="connsiteY73" fmla="*/ 3557587 h 6858000"/>
              <a:gd name="connsiteX74" fmla="*/ 7546975 w 7569200"/>
              <a:gd name="connsiteY74" fmla="*/ 3609975 h 6858000"/>
              <a:gd name="connsiteX75" fmla="*/ 7532687 w 7569200"/>
              <a:gd name="connsiteY75" fmla="*/ 3656012 h 6858000"/>
              <a:gd name="connsiteX76" fmla="*/ 7516812 w 7569200"/>
              <a:gd name="connsiteY76" fmla="*/ 3697287 h 6858000"/>
              <a:gd name="connsiteX77" fmla="*/ 7497762 w 7569200"/>
              <a:gd name="connsiteY77" fmla="*/ 3736975 h 6858000"/>
              <a:gd name="connsiteX78" fmla="*/ 7459662 w 7569200"/>
              <a:gd name="connsiteY78" fmla="*/ 3811587 h 6858000"/>
              <a:gd name="connsiteX79" fmla="*/ 7442200 w 7569200"/>
              <a:gd name="connsiteY79" fmla="*/ 3848100 h 6858000"/>
              <a:gd name="connsiteX80" fmla="*/ 7424737 w 7569200"/>
              <a:gd name="connsiteY80" fmla="*/ 3890962 h 6858000"/>
              <a:gd name="connsiteX81" fmla="*/ 7410450 w 7569200"/>
              <a:gd name="connsiteY81" fmla="*/ 3935412 h 6858000"/>
              <a:gd name="connsiteX82" fmla="*/ 7400925 w 7569200"/>
              <a:gd name="connsiteY82" fmla="*/ 3987800 h 6858000"/>
              <a:gd name="connsiteX83" fmla="*/ 7391400 w 7569200"/>
              <a:gd name="connsiteY83" fmla="*/ 4048125 h 6858000"/>
              <a:gd name="connsiteX84" fmla="*/ 7389812 w 7569200"/>
              <a:gd name="connsiteY84" fmla="*/ 4116387 h 6858000"/>
              <a:gd name="connsiteX85" fmla="*/ 7391400 w 7569200"/>
              <a:gd name="connsiteY85" fmla="*/ 4186237 h 6858000"/>
              <a:gd name="connsiteX86" fmla="*/ 7400925 w 7569200"/>
              <a:gd name="connsiteY86" fmla="*/ 4244975 h 6858000"/>
              <a:gd name="connsiteX87" fmla="*/ 7410450 w 7569200"/>
              <a:gd name="connsiteY87" fmla="*/ 4297362 h 6858000"/>
              <a:gd name="connsiteX88" fmla="*/ 7424737 w 7569200"/>
              <a:gd name="connsiteY88" fmla="*/ 4343400 h 6858000"/>
              <a:gd name="connsiteX89" fmla="*/ 7442200 w 7569200"/>
              <a:gd name="connsiteY89" fmla="*/ 4386262 h 6858000"/>
              <a:gd name="connsiteX90" fmla="*/ 7459662 w 7569200"/>
              <a:gd name="connsiteY90" fmla="*/ 4424362 h 6858000"/>
              <a:gd name="connsiteX91" fmla="*/ 7497762 w 7569200"/>
              <a:gd name="connsiteY91" fmla="*/ 4498975 h 6858000"/>
              <a:gd name="connsiteX92" fmla="*/ 7516812 w 7569200"/>
              <a:gd name="connsiteY92" fmla="*/ 4537075 h 6858000"/>
              <a:gd name="connsiteX93" fmla="*/ 7532687 w 7569200"/>
              <a:gd name="connsiteY93" fmla="*/ 4579937 h 6858000"/>
              <a:gd name="connsiteX94" fmla="*/ 7546975 w 7569200"/>
              <a:gd name="connsiteY94" fmla="*/ 4625975 h 6858000"/>
              <a:gd name="connsiteX95" fmla="*/ 7558087 w 7569200"/>
              <a:gd name="connsiteY95" fmla="*/ 4678362 h 6858000"/>
              <a:gd name="connsiteX96" fmla="*/ 7566025 w 7569200"/>
              <a:gd name="connsiteY96" fmla="*/ 4738687 h 6858000"/>
              <a:gd name="connsiteX97" fmla="*/ 7569200 w 7569200"/>
              <a:gd name="connsiteY97" fmla="*/ 4806950 h 6858000"/>
              <a:gd name="connsiteX98" fmla="*/ 7566025 w 7569200"/>
              <a:gd name="connsiteY98" fmla="*/ 4875212 h 6858000"/>
              <a:gd name="connsiteX99" fmla="*/ 7558087 w 7569200"/>
              <a:gd name="connsiteY99" fmla="*/ 4935537 h 6858000"/>
              <a:gd name="connsiteX100" fmla="*/ 7546975 w 7569200"/>
              <a:gd name="connsiteY100" fmla="*/ 4987925 h 6858000"/>
              <a:gd name="connsiteX101" fmla="*/ 7532687 w 7569200"/>
              <a:gd name="connsiteY101" fmla="*/ 5033962 h 6858000"/>
              <a:gd name="connsiteX102" fmla="*/ 7516812 w 7569200"/>
              <a:gd name="connsiteY102" fmla="*/ 5075237 h 6858000"/>
              <a:gd name="connsiteX103" fmla="*/ 7497762 w 7569200"/>
              <a:gd name="connsiteY103" fmla="*/ 5114925 h 6858000"/>
              <a:gd name="connsiteX104" fmla="*/ 7478712 w 7569200"/>
              <a:gd name="connsiteY104" fmla="*/ 5149850 h 6858000"/>
              <a:gd name="connsiteX105" fmla="*/ 7459662 w 7569200"/>
              <a:gd name="connsiteY105" fmla="*/ 5186362 h 6858000"/>
              <a:gd name="connsiteX106" fmla="*/ 7442200 w 7569200"/>
              <a:gd name="connsiteY106" fmla="*/ 5226050 h 6858000"/>
              <a:gd name="connsiteX107" fmla="*/ 7424737 w 7569200"/>
              <a:gd name="connsiteY107" fmla="*/ 5268912 h 6858000"/>
              <a:gd name="connsiteX108" fmla="*/ 7410450 w 7569200"/>
              <a:gd name="connsiteY108" fmla="*/ 5313362 h 6858000"/>
              <a:gd name="connsiteX109" fmla="*/ 7400925 w 7569200"/>
              <a:gd name="connsiteY109" fmla="*/ 5365750 h 6858000"/>
              <a:gd name="connsiteX110" fmla="*/ 7391400 w 7569200"/>
              <a:gd name="connsiteY110" fmla="*/ 5426075 h 6858000"/>
              <a:gd name="connsiteX111" fmla="*/ 7389812 w 7569200"/>
              <a:gd name="connsiteY111" fmla="*/ 5494337 h 6858000"/>
              <a:gd name="connsiteX112" fmla="*/ 7391400 w 7569200"/>
              <a:gd name="connsiteY112" fmla="*/ 5562600 h 6858000"/>
              <a:gd name="connsiteX113" fmla="*/ 7400925 w 7569200"/>
              <a:gd name="connsiteY113" fmla="*/ 5622925 h 6858000"/>
              <a:gd name="connsiteX114" fmla="*/ 7410450 w 7569200"/>
              <a:gd name="connsiteY114" fmla="*/ 5675312 h 6858000"/>
              <a:gd name="connsiteX115" fmla="*/ 7424737 w 7569200"/>
              <a:gd name="connsiteY115" fmla="*/ 5721350 h 6858000"/>
              <a:gd name="connsiteX116" fmla="*/ 7442200 w 7569200"/>
              <a:gd name="connsiteY116" fmla="*/ 5762625 h 6858000"/>
              <a:gd name="connsiteX117" fmla="*/ 7459662 w 7569200"/>
              <a:gd name="connsiteY117" fmla="*/ 5802312 h 6858000"/>
              <a:gd name="connsiteX118" fmla="*/ 7478712 w 7569200"/>
              <a:gd name="connsiteY118" fmla="*/ 5840412 h 6858000"/>
              <a:gd name="connsiteX119" fmla="*/ 7497762 w 7569200"/>
              <a:gd name="connsiteY119" fmla="*/ 5876925 h 6858000"/>
              <a:gd name="connsiteX120" fmla="*/ 7516812 w 7569200"/>
              <a:gd name="connsiteY120" fmla="*/ 5915025 h 6858000"/>
              <a:gd name="connsiteX121" fmla="*/ 7532687 w 7569200"/>
              <a:gd name="connsiteY121" fmla="*/ 5956300 h 6858000"/>
              <a:gd name="connsiteX122" fmla="*/ 7546975 w 7569200"/>
              <a:gd name="connsiteY122" fmla="*/ 6003925 h 6858000"/>
              <a:gd name="connsiteX123" fmla="*/ 7558087 w 7569200"/>
              <a:gd name="connsiteY123" fmla="*/ 6056312 h 6858000"/>
              <a:gd name="connsiteX124" fmla="*/ 7566025 w 7569200"/>
              <a:gd name="connsiteY124" fmla="*/ 6113462 h 6858000"/>
              <a:gd name="connsiteX125" fmla="*/ 7569200 w 7569200"/>
              <a:gd name="connsiteY125" fmla="*/ 6183312 h 6858000"/>
              <a:gd name="connsiteX126" fmla="*/ 7566025 w 7569200"/>
              <a:gd name="connsiteY126" fmla="*/ 6251575 h 6858000"/>
              <a:gd name="connsiteX127" fmla="*/ 7558087 w 7569200"/>
              <a:gd name="connsiteY127" fmla="*/ 6311900 h 6858000"/>
              <a:gd name="connsiteX128" fmla="*/ 7546975 w 7569200"/>
              <a:gd name="connsiteY128" fmla="*/ 6361112 h 6858000"/>
              <a:gd name="connsiteX129" fmla="*/ 7532687 w 7569200"/>
              <a:gd name="connsiteY129" fmla="*/ 6407150 h 6858000"/>
              <a:gd name="connsiteX130" fmla="*/ 7516812 w 7569200"/>
              <a:gd name="connsiteY130" fmla="*/ 6448425 h 6858000"/>
              <a:gd name="connsiteX131" fmla="*/ 7499350 w 7569200"/>
              <a:gd name="connsiteY131" fmla="*/ 6488112 h 6858000"/>
              <a:gd name="connsiteX132" fmla="*/ 7481887 w 7569200"/>
              <a:gd name="connsiteY132" fmla="*/ 6523037 h 6858000"/>
              <a:gd name="connsiteX133" fmla="*/ 7462837 w 7569200"/>
              <a:gd name="connsiteY133" fmla="*/ 6561137 h 6858000"/>
              <a:gd name="connsiteX134" fmla="*/ 7443787 w 7569200"/>
              <a:gd name="connsiteY134" fmla="*/ 6597650 h 6858000"/>
              <a:gd name="connsiteX135" fmla="*/ 7427912 w 7569200"/>
              <a:gd name="connsiteY135" fmla="*/ 6640512 h 6858000"/>
              <a:gd name="connsiteX136" fmla="*/ 7412037 w 7569200"/>
              <a:gd name="connsiteY136" fmla="*/ 6683375 h 6858000"/>
              <a:gd name="connsiteX137" fmla="*/ 7402512 w 7569200"/>
              <a:gd name="connsiteY137" fmla="*/ 6735762 h 6858000"/>
              <a:gd name="connsiteX138" fmla="*/ 7394575 w 7569200"/>
              <a:gd name="connsiteY138" fmla="*/ 6791325 h 6858000"/>
              <a:gd name="connsiteX139" fmla="*/ 7389812 w 7569200"/>
              <a:gd name="connsiteY139" fmla="*/ 6858000 h 6858000"/>
              <a:gd name="connsiteX140" fmla="*/ 0 w 7569200"/>
              <a:gd name="connsiteY140" fmla="*/ 6858000 h 6858000"/>
              <a:gd name="connsiteX141" fmla="*/ 0 w 7569200"/>
              <a:gd name="connsiteY1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7569200" h="68580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2E297B-BF7E-AFD6-4747-D90484966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44" y="484631"/>
            <a:ext cx="6340519" cy="1638469"/>
          </a:xfrm>
        </p:spPr>
        <p:txBody>
          <a:bodyPr>
            <a:normAutofit/>
          </a:bodyPr>
          <a:lstStyle/>
          <a:p>
            <a:r>
              <a:rPr lang="pt-BR" dirty="0"/>
              <a:t>DESVIO CONDICIONAL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DAFA16-9D2D-4BEC-89D0-B4EABEE9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F3C8A0-451B-8A57-9B7B-D356A4941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51" y="2443140"/>
            <a:ext cx="6306309" cy="3930227"/>
          </a:xfrm>
        </p:spPr>
        <p:txBody>
          <a:bodyPr>
            <a:normAutofit/>
          </a:bodyPr>
          <a:lstStyle/>
          <a:p>
            <a:r>
              <a:rPr lang="pt-BR">
                <a:solidFill>
                  <a:schemeClr val="tx1"/>
                </a:solidFill>
              </a:rPr>
              <a:t>Os seguintes valores são considerados falsos em testes condicionais:</a:t>
            </a:r>
          </a:p>
          <a:p>
            <a:pPr marL="0" indent="0">
              <a:buNone/>
            </a:pPr>
            <a:endParaRPr lang="pt-BR">
              <a:solidFill>
                <a:schemeClr val="tx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E445FBD-9865-F888-5510-773CCD642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490" y="825791"/>
            <a:ext cx="4355692" cy="522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926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6D459-3ECF-602E-2E97-B72492EFD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01 – Sinal de Trânsito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4C5497-453E-BF43-DB7C-AD142023E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02659"/>
            <a:ext cx="10178322" cy="4276934"/>
          </a:xfrm>
        </p:spPr>
        <p:txBody>
          <a:bodyPr>
            <a:normAutofit/>
          </a:bodyPr>
          <a:lstStyle/>
          <a:p>
            <a:r>
              <a:rPr lang="pt-BR" dirty="0"/>
              <a:t>Faça uma página HTML com um SELECT/OPTION contendo três opções de cores (verde, amarelo e vermelho). </a:t>
            </a:r>
          </a:p>
          <a:p>
            <a:r>
              <a:rPr lang="pt-BR" dirty="0"/>
              <a:t>Crie um botão que leia a opção selecionada no SELECT e insira uma resposta contendo as palavras “SIGA”, “ATENÇÃO” ou “PARE”, de acordo com a opção;</a:t>
            </a:r>
          </a:p>
          <a:p>
            <a:r>
              <a:rPr lang="pt-BR" dirty="0"/>
              <a:t>Aplique estilo CSS conforme sua preferência.</a:t>
            </a:r>
          </a:p>
          <a:p>
            <a:r>
              <a:rPr lang="pt-BR" dirty="0"/>
              <a:t>Use </a:t>
            </a:r>
            <a:r>
              <a:rPr lang="pt-BR" dirty="0" err="1"/>
              <a:t>if</a:t>
            </a:r>
            <a:r>
              <a:rPr lang="pt-BR" dirty="0"/>
              <a:t> / </a:t>
            </a:r>
            <a:r>
              <a:rPr lang="pt-BR" dirty="0" err="1"/>
              <a:t>else</a:t>
            </a:r>
            <a:r>
              <a:rPr lang="pt-BR" dirty="0"/>
              <a:t> </a:t>
            </a:r>
            <a:r>
              <a:rPr lang="pt-BR" dirty="0" err="1"/>
              <a:t>if</a:t>
            </a:r>
            <a:r>
              <a:rPr lang="pt-BR" dirty="0"/>
              <a:t> / </a:t>
            </a:r>
            <a:r>
              <a:rPr lang="pt-BR" dirty="0" err="1"/>
              <a:t>else</a:t>
            </a:r>
            <a:r>
              <a:rPr lang="pt-BR" dirty="0"/>
              <a:t> para testar as condições;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10E3D74-4ABE-8091-64E1-93BEE1B00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828" y="4633095"/>
            <a:ext cx="6733274" cy="182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99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374BD3A9-25D1-4691-BE05-149182EC4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Freeform 10">
            <a:extLst>
              <a:ext uri="{FF2B5EF4-FFF2-40B4-BE49-F238E27FC236}">
                <a16:creationId xmlns:a16="http://schemas.microsoft.com/office/drawing/2014/main" id="{8D49CF1A-01DD-4115-A6BB-CFA8F7045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7569200" cy="6858000"/>
          </a:xfrm>
          <a:custGeom>
            <a:avLst/>
            <a:gdLst>
              <a:gd name="connsiteX0" fmla="*/ 0 w 7569200"/>
              <a:gd name="connsiteY0" fmla="*/ 0 h 6858000"/>
              <a:gd name="connsiteX1" fmla="*/ 7389812 w 7569200"/>
              <a:gd name="connsiteY1" fmla="*/ 0 h 6858000"/>
              <a:gd name="connsiteX2" fmla="*/ 7394575 w 7569200"/>
              <a:gd name="connsiteY2" fmla="*/ 66675 h 6858000"/>
              <a:gd name="connsiteX3" fmla="*/ 7402512 w 7569200"/>
              <a:gd name="connsiteY3" fmla="*/ 122237 h 6858000"/>
              <a:gd name="connsiteX4" fmla="*/ 7412037 w 7569200"/>
              <a:gd name="connsiteY4" fmla="*/ 174625 h 6858000"/>
              <a:gd name="connsiteX5" fmla="*/ 7427912 w 7569200"/>
              <a:gd name="connsiteY5" fmla="*/ 217487 h 6858000"/>
              <a:gd name="connsiteX6" fmla="*/ 7443787 w 7569200"/>
              <a:gd name="connsiteY6" fmla="*/ 260350 h 6858000"/>
              <a:gd name="connsiteX7" fmla="*/ 7462837 w 7569200"/>
              <a:gd name="connsiteY7" fmla="*/ 296862 h 6858000"/>
              <a:gd name="connsiteX8" fmla="*/ 7481887 w 7569200"/>
              <a:gd name="connsiteY8" fmla="*/ 334962 h 6858000"/>
              <a:gd name="connsiteX9" fmla="*/ 7499350 w 7569200"/>
              <a:gd name="connsiteY9" fmla="*/ 369887 h 6858000"/>
              <a:gd name="connsiteX10" fmla="*/ 7516812 w 7569200"/>
              <a:gd name="connsiteY10" fmla="*/ 409575 h 6858000"/>
              <a:gd name="connsiteX11" fmla="*/ 7532687 w 7569200"/>
              <a:gd name="connsiteY11" fmla="*/ 450850 h 6858000"/>
              <a:gd name="connsiteX12" fmla="*/ 7546975 w 7569200"/>
              <a:gd name="connsiteY12" fmla="*/ 496887 h 6858000"/>
              <a:gd name="connsiteX13" fmla="*/ 7558087 w 7569200"/>
              <a:gd name="connsiteY13" fmla="*/ 546100 h 6858000"/>
              <a:gd name="connsiteX14" fmla="*/ 7566025 w 7569200"/>
              <a:gd name="connsiteY14" fmla="*/ 606425 h 6858000"/>
              <a:gd name="connsiteX15" fmla="*/ 7569200 w 7569200"/>
              <a:gd name="connsiteY15" fmla="*/ 673100 h 6858000"/>
              <a:gd name="connsiteX16" fmla="*/ 7566025 w 7569200"/>
              <a:gd name="connsiteY16" fmla="*/ 744537 h 6858000"/>
              <a:gd name="connsiteX17" fmla="*/ 7558087 w 7569200"/>
              <a:gd name="connsiteY17" fmla="*/ 801687 h 6858000"/>
              <a:gd name="connsiteX18" fmla="*/ 7546975 w 7569200"/>
              <a:gd name="connsiteY18" fmla="*/ 854075 h 6858000"/>
              <a:gd name="connsiteX19" fmla="*/ 7532687 w 7569200"/>
              <a:gd name="connsiteY19" fmla="*/ 901700 h 6858000"/>
              <a:gd name="connsiteX20" fmla="*/ 7516812 w 7569200"/>
              <a:gd name="connsiteY20" fmla="*/ 942975 h 6858000"/>
              <a:gd name="connsiteX21" fmla="*/ 7497762 w 7569200"/>
              <a:gd name="connsiteY21" fmla="*/ 981075 h 6858000"/>
              <a:gd name="connsiteX22" fmla="*/ 7478712 w 7569200"/>
              <a:gd name="connsiteY22" fmla="*/ 1017587 h 6858000"/>
              <a:gd name="connsiteX23" fmla="*/ 7459662 w 7569200"/>
              <a:gd name="connsiteY23" fmla="*/ 1055687 h 6858000"/>
              <a:gd name="connsiteX24" fmla="*/ 7442200 w 7569200"/>
              <a:gd name="connsiteY24" fmla="*/ 1095375 h 6858000"/>
              <a:gd name="connsiteX25" fmla="*/ 7424737 w 7569200"/>
              <a:gd name="connsiteY25" fmla="*/ 1136650 h 6858000"/>
              <a:gd name="connsiteX26" fmla="*/ 7410450 w 7569200"/>
              <a:gd name="connsiteY26" fmla="*/ 1182687 h 6858000"/>
              <a:gd name="connsiteX27" fmla="*/ 7400925 w 7569200"/>
              <a:gd name="connsiteY27" fmla="*/ 1235075 h 6858000"/>
              <a:gd name="connsiteX28" fmla="*/ 7391400 w 7569200"/>
              <a:gd name="connsiteY28" fmla="*/ 1295400 h 6858000"/>
              <a:gd name="connsiteX29" fmla="*/ 7389812 w 7569200"/>
              <a:gd name="connsiteY29" fmla="*/ 1363662 h 6858000"/>
              <a:gd name="connsiteX30" fmla="*/ 7391400 w 7569200"/>
              <a:gd name="connsiteY30" fmla="*/ 1431925 h 6858000"/>
              <a:gd name="connsiteX31" fmla="*/ 7400925 w 7569200"/>
              <a:gd name="connsiteY31" fmla="*/ 1492250 h 6858000"/>
              <a:gd name="connsiteX32" fmla="*/ 7410450 w 7569200"/>
              <a:gd name="connsiteY32" fmla="*/ 1544637 h 6858000"/>
              <a:gd name="connsiteX33" fmla="*/ 7424737 w 7569200"/>
              <a:gd name="connsiteY33" fmla="*/ 1589087 h 6858000"/>
              <a:gd name="connsiteX34" fmla="*/ 7442200 w 7569200"/>
              <a:gd name="connsiteY34" fmla="*/ 1631950 h 6858000"/>
              <a:gd name="connsiteX35" fmla="*/ 7459662 w 7569200"/>
              <a:gd name="connsiteY35" fmla="*/ 1671637 h 6858000"/>
              <a:gd name="connsiteX36" fmla="*/ 7478712 w 7569200"/>
              <a:gd name="connsiteY36" fmla="*/ 1708150 h 6858000"/>
              <a:gd name="connsiteX37" fmla="*/ 7497762 w 7569200"/>
              <a:gd name="connsiteY37" fmla="*/ 1743075 h 6858000"/>
              <a:gd name="connsiteX38" fmla="*/ 7516812 w 7569200"/>
              <a:gd name="connsiteY38" fmla="*/ 1782762 h 6858000"/>
              <a:gd name="connsiteX39" fmla="*/ 7532687 w 7569200"/>
              <a:gd name="connsiteY39" fmla="*/ 1824037 h 6858000"/>
              <a:gd name="connsiteX40" fmla="*/ 7546975 w 7569200"/>
              <a:gd name="connsiteY40" fmla="*/ 1870075 h 6858000"/>
              <a:gd name="connsiteX41" fmla="*/ 7558087 w 7569200"/>
              <a:gd name="connsiteY41" fmla="*/ 1922462 h 6858000"/>
              <a:gd name="connsiteX42" fmla="*/ 7566025 w 7569200"/>
              <a:gd name="connsiteY42" fmla="*/ 1982787 h 6858000"/>
              <a:gd name="connsiteX43" fmla="*/ 7569200 w 7569200"/>
              <a:gd name="connsiteY43" fmla="*/ 2051050 h 6858000"/>
              <a:gd name="connsiteX44" fmla="*/ 7566025 w 7569200"/>
              <a:gd name="connsiteY44" fmla="*/ 2119312 h 6858000"/>
              <a:gd name="connsiteX45" fmla="*/ 7558087 w 7569200"/>
              <a:gd name="connsiteY45" fmla="*/ 2179637 h 6858000"/>
              <a:gd name="connsiteX46" fmla="*/ 7546975 w 7569200"/>
              <a:gd name="connsiteY46" fmla="*/ 2232025 h 6858000"/>
              <a:gd name="connsiteX47" fmla="*/ 7532687 w 7569200"/>
              <a:gd name="connsiteY47" fmla="*/ 2278062 h 6858000"/>
              <a:gd name="connsiteX48" fmla="*/ 7516812 w 7569200"/>
              <a:gd name="connsiteY48" fmla="*/ 2319337 h 6858000"/>
              <a:gd name="connsiteX49" fmla="*/ 7497762 w 7569200"/>
              <a:gd name="connsiteY49" fmla="*/ 2359025 h 6858000"/>
              <a:gd name="connsiteX50" fmla="*/ 7478712 w 7569200"/>
              <a:gd name="connsiteY50" fmla="*/ 2395537 h 6858000"/>
              <a:gd name="connsiteX51" fmla="*/ 7459662 w 7569200"/>
              <a:gd name="connsiteY51" fmla="*/ 2433637 h 6858000"/>
              <a:gd name="connsiteX52" fmla="*/ 7442200 w 7569200"/>
              <a:gd name="connsiteY52" fmla="*/ 2471737 h 6858000"/>
              <a:gd name="connsiteX53" fmla="*/ 7424737 w 7569200"/>
              <a:gd name="connsiteY53" fmla="*/ 2513012 h 6858000"/>
              <a:gd name="connsiteX54" fmla="*/ 7410450 w 7569200"/>
              <a:gd name="connsiteY54" fmla="*/ 2560637 h 6858000"/>
              <a:gd name="connsiteX55" fmla="*/ 7400925 w 7569200"/>
              <a:gd name="connsiteY55" fmla="*/ 2613025 h 6858000"/>
              <a:gd name="connsiteX56" fmla="*/ 7391400 w 7569200"/>
              <a:gd name="connsiteY56" fmla="*/ 2671762 h 6858000"/>
              <a:gd name="connsiteX57" fmla="*/ 7389812 w 7569200"/>
              <a:gd name="connsiteY57" fmla="*/ 2741612 h 6858000"/>
              <a:gd name="connsiteX58" fmla="*/ 7391400 w 7569200"/>
              <a:gd name="connsiteY58" fmla="*/ 2809875 h 6858000"/>
              <a:gd name="connsiteX59" fmla="*/ 7400925 w 7569200"/>
              <a:gd name="connsiteY59" fmla="*/ 2868612 h 6858000"/>
              <a:gd name="connsiteX60" fmla="*/ 7410450 w 7569200"/>
              <a:gd name="connsiteY60" fmla="*/ 2922587 h 6858000"/>
              <a:gd name="connsiteX61" fmla="*/ 7424737 w 7569200"/>
              <a:gd name="connsiteY61" fmla="*/ 2967037 h 6858000"/>
              <a:gd name="connsiteX62" fmla="*/ 7442200 w 7569200"/>
              <a:gd name="connsiteY62" fmla="*/ 3009900 h 6858000"/>
              <a:gd name="connsiteX63" fmla="*/ 7459662 w 7569200"/>
              <a:gd name="connsiteY63" fmla="*/ 3046412 h 6858000"/>
              <a:gd name="connsiteX64" fmla="*/ 7478712 w 7569200"/>
              <a:gd name="connsiteY64" fmla="*/ 3084512 h 6858000"/>
              <a:gd name="connsiteX65" fmla="*/ 7497762 w 7569200"/>
              <a:gd name="connsiteY65" fmla="*/ 3121025 h 6858000"/>
              <a:gd name="connsiteX66" fmla="*/ 7516812 w 7569200"/>
              <a:gd name="connsiteY66" fmla="*/ 3160712 h 6858000"/>
              <a:gd name="connsiteX67" fmla="*/ 7532687 w 7569200"/>
              <a:gd name="connsiteY67" fmla="*/ 3201987 h 6858000"/>
              <a:gd name="connsiteX68" fmla="*/ 7546975 w 7569200"/>
              <a:gd name="connsiteY68" fmla="*/ 3248025 h 6858000"/>
              <a:gd name="connsiteX69" fmla="*/ 7558087 w 7569200"/>
              <a:gd name="connsiteY69" fmla="*/ 3300412 h 6858000"/>
              <a:gd name="connsiteX70" fmla="*/ 7566025 w 7569200"/>
              <a:gd name="connsiteY70" fmla="*/ 3360737 h 6858000"/>
              <a:gd name="connsiteX71" fmla="*/ 7569200 w 7569200"/>
              <a:gd name="connsiteY71" fmla="*/ 3427412 h 6858000"/>
              <a:gd name="connsiteX72" fmla="*/ 7566025 w 7569200"/>
              <a:gd name="connsiteY72" fmla="*/ 3497262 h 6858000"/>
              <a:gd name="connsiteX73" fmla="*/ 7558087 w 7569200"/>
              <a:gd name="connsiteY73" fmla="*/ 3557587 h 6858000"/>
              <a:gd name="connsiteX74" fmla="*/ 7546975 w 7569200"/>
              <a:gd name="connsiteY74" fmla="*/ 3609975 h 6858000"/>
              <a:gd name="connsiteX75" fmla="*/ 7532687 w 7569200"/>
              <a:gd name="connsiteY75" fmla="*/ 3656012 h 6858000"/>
              <a:gd name="connsiteX76" fmla="*/ 7516812 w 7569200"/>
              <a:gd name="connsiteY76" fmla="*/ 3697287 h 6858000"/>
              <a:gd name="connsiteX77" fmla="*/ 7497762 w 7569200"/>
              <a:gd name="connsiteY77" fmla="*/ 3736975 h 6858000"/>
              <a:gd name="connsiteX78" fmla="*/ 7459662 w 7569200"/>
              <a:gd name="connsiteY78" fmla="*/ 3811587 h 6858000"/>
              <a:gd name="connsiteX79" fmla="*/ 7442200 w 7569200"/>
              <a:gd name="connsiteY79" fmla="*/ 3848100 h 6858000"/>
              <a:gd name="connsiteX80" fmla="*/ 7424737 w 7569200"/>
              <a:gd name="connsiteY80" fmla="*/ 3890962 h 6858000"/>
              <a:gd name="connsiteX81" fmla="*/ 7410450 w 7569200"/>
              <a:gd name="connsiteY81" fmla="*/ 3935412 h 6858000"/>
              <a:gd name="connsiteX82" fmla="*/ 7400925 w 7569200"/>
              <a:gd name="connsiteY82" fmla="*/ 3987800 h 6858000"/>
              <a:gd name="connsiteX83" fmla="*/ 7391400 w 7569200"/>
              <a:gd name="connsiteY83" fmla="*/ 4048125 h 6858000"/>
              <a:gd name="connsiteX84" fmla="*/ 7389812 w 7569200"/>
              <a:gd name="connsiteY84" fmla="*/ 4116387 h 6858000"/>
              <a:gd name="connsiteX85" fmla="*/ 7391400 w 7569200"/>
              <a:gd name="connsiteY85" fmla="*/ 4186237 h 6858000"/>
              <a:gd name="connsiteX86" fmla="*/ 7400925 w 7569200"/>
              <a:gd name="connsiteY86" fmla="*/ 4244975 h 6858000"/>
              <a:gd name="connsiteX87" fmla="*/ 7410450 w 7569200"/>
              <a:gd name="connsiteY87" fmla="*/ 4297362 h 6858000"/>
              <a:gd name="connsiteX88" fmla="*/ 7424737 w 7569200"/>
              <a:gd name="connsiteY88" fmla="*/ 4343400 h 6858000"/>
              <a:gd name="connsiteX89" fmla="*/ 7442200 w 7569200"/>
              <a:gd name="connsiteY89" fmla="*/ 4386262 h 6858000"/>
              <a:gd name="connsiteX90" fmla="*/ 7459662 w 7569200"/>
              <a:gd name="connsiteY90" fmla="*/ 4424362 h 6858000"/>
              <a:gd name="connsiteX91" fmla="*/ 7497762 w 7569200"/>
              <a:gd name="connsiteY91" fmla="*/ 4498975 h 6858000"/>
              <a:gd name="connsiteX92" fmla="*/ 7516812 w 7569200"/>
              <a:gd name="connsiteY92" fmla="*/ 4537075 h 6858000"/>
              <a:gd name="connsiteX93" fmla="*/ 7532687 w 7569200"/>
              <a:gd name="connsiteY93" fmla="*/ 4579937 h 6858000"/>
              <a:gd name="connsiteX94" fmla="*/ 7546975 w 7569200"/>
              <a:gd name="connsiteY94" fmla="*/ 4625975 h 6858000"/>
              <a:gd name="connsiteX95" fmla="*/ 7558087 w 7569200"/>
              <a:gd name="connsiteY95" fmla="*/ 4678362 h 6858000"/>
              <a:gd name="connsiteX96" fmla="*/ 7566025 w 7569200"/>
              <a:gd name="connsiteY96" fmla="*/ 4738687 h 6858000"/>
              <a:gd name="connsiteX97" fmla="*/ 7569200 w 7569200"/>
              <a:gd name="connsiteY97" fmla="*/ 4806950 h 6858000"/>
              <a:gd name="connsiteX98" fmla="*/ 7566025 w 7569200"/>
              <a:gd name="connsiteY98" fmla="*/ 4875212 h 6858000"/>
              <a:gd name="connsiteX99" fmla="*/ 7558087 w 7569200"/>
              <a:gd name="connsiteY99" fmla="*/ 4935537 h 6858000"/>
              <a:gd name="connsiteX100" fmla="*/ 7546975 w 7569200"/>
              <a:gd name="connsiteY100" fmla="*/ 4987925 h 6858000"/>
              <a:gd name="connsiteX101" fmla="*/ 7532687 w 7569200"/>
              <a:gd name="connsiteY101" fmla="*/ 5033962 h 6858000"/>
              <a:gd name="connsiteX102" fmla="*/ 7516812 w 7569200"/>
              <a:gd name="connsiteY102" fmla="*/ 5075237 h 6858000"/>
              <a:gd name="connsiteX103" fmla="*/ 7497762 w 7569200"/>
              <a:gd name="connsiteY103" fmla="*/ 5114925 h 6858000"/>
              <a:gd name="connsiteX104" fmla="*/ 7478712 w 7569200"/>
              <a:gd name="connsiteY104" fmla="*/ 5149850 h 6858000"/>
              <a:gd name="connsiteX105" fmla="*/ 7459662 w 7569200"/>
              <a:gd name="connsiteY105" fmla="*/ 5186362 h 6858000"/>
              <a:gd name="connsiteX106" fmla="*/ 7442200 w 7569200"/>
              <a:gd name="connsiteY106" fmla="*/ 5226050 h 6858000"/>
              <a:gd name="connsiteX107" fmla="*/ 7424737 w 7569200"/>
              <a:gd name="connsiteY107" fmla="*/ 5268912 h 6858000"/>
              <a:gd name="connsiteX108" fmla="*/ 7410450 w 7569200"/>
              <a:gd name="connsiteY108" fmla="*/ 5313362 h 6858000"/>
              <a:gd name="connsiteX109" fmla="*/ 7400925 w 7569200"/>
              <a:gd name="connsiteY109" fmla="*/ 5365750 h 6858000"/>
              <a:gd name="connsiteX110" fmla="*/ 7391400 w 7569200"/>
              <a:gd name="connsiteY110" fmla="*/ 5426075 h 6858000"/>
              <a:gd name="connsiteX111" fmla="*/ 7389812 w 7569200"/>
              <a:gd name="connsiteY111" fmla="*/ 5494337 h 6858000"/>
              <a:gd name="connsiteX112" fmla="*/ 7391400 w 7569200"/>
              <a:gd name="connsiteY112" fmla="*/ 5562600 h 6858000"/>
              <a:gd name="connsiteX113" fmla="*/ 7400925 w 7569200"/>
              <a:gd name="connsiteY113" fmla="*/ 5622925 h 6858000"/>
              <a:gd name="connsiteX114" fmla="*/ 7410450 w 7569200"/>
              <a:gd name="connsiteY114" fmla="*/ 5675312 h 6858000"/>
              <a:gd name="connsiteX115" fmla="*/ 7424737 w 7569200"/>
              <a:gd name="connsiteY115" fmla="*/ 5721350 h 6858000"/>
              <a:gd name="connsiteX116" fmla="*/ 7442200 w 7569200"/>
              <a:gd name="connsiteY116" fmla="*/ 5762625 h 6858000"/>
              <a:gd name="connsiteX117" fmla="*/ 7459662 w 7569200"/>
              <a:gd name="connsiteY117" fmla="*/ 5802312 h 6858000"/>
              <a:gd name="connsiteX118" fmla="*/ 7478712 w 7569200"/>
              <a:gd name="connsiteY118" fmla="*/ 5840412 h 6858000"/>
              <a:gd name="connsiteX119" fmla="*/ 7497762 w 7569200"/>
              <a:gd name="connsiteY119" fmla="*/ 5876925 h 6858000"/>
              <a:gd name="connsiteX120" fmla="*/ 7516812 w 7569200"/>
              <a:gd name="connsiteY120" fmla="*/ 5915025 h 6858000"/>
              <a:gd name="connsiteX121" fmla="*/ 7532687 w 7569200"/>
              <a:gd name="connsiteY121" fmla="*/ 5956300 h 6858000"/>
              <a:gd name="connsiteX122" fmla="*/ 7546975 w 7569200"/>
              <a:gd name="connsiteY122" fmla="*/ 6003925 h 6858000"/>
              <a:gd name="connsiteX123" fmla="*/ 7558087 w 7569200"/>
              <a:gd name="connsiteY123" fmla="*/ 6056312 h 6858000"/>
              <a:gd name="connsiteX124" fmla="*/ 7566025 w 7569200"/>
              <a:gd name="connsiteY124" fmla="*/ 6113462 h 6858000"/>
              <a:gd name="connsiteX125" fmla="*/ 7569200 w 7569200"/>
              <a:gd name="connsiteY125" fmla="*/ 6183312 h 6858000"/>
              <a:gd name="connsiteX126" fmla="*/ 7566025 w 7569200"/>
              <a:gd name="connsiteY126" fmla="*/ 6251575 h 6858000"/>
              <a:gd name="connsiteX127" fmla="*/ 7558087 w 7569200"/>
              <a:gd name="connsiteY127" fmla="*/ 6311900 h 6858000"/>
              <a:gd name="connsiteX128" fmla="*/ 7546975 w 7569200"/>
              <a:gd name="connsiteY128" fmla="*/ 6361112 h 6858000"/>
              <a:gd name="connsiteX129" fmla="*/ 7532687 w 7569200"/>
              <a:gd name="connsiteY129" fmla="*/ 6407150 h 6858000"/>
              <a:gd name="connsiteX130" fmla="*/ 7516812 w 7569200"/>
              <a:gd name="connsiteY130" fmla="*/ 6448425 h 6858000"/>
              <a:gd name="connsiteX131" fmla="*/ 7499350 w 7569200"/>
              <a:gd name="connsiteY131" fmla="*/ 6488112 h 6858000"/>
              <a:gd name="connsiteX132" fmla="*/ 7481887 w 7569200"/>
              <a:gd name="connsiteY132" fmla="*/ 6523037 h 6858000"/>
              <a:gd name="connsiteX133" fmla="*/ 7462837 w 7569200"/>
              <a:gd name="connsiteY133" fmla="*/ 6561137 h 6858000"/>
              <a:gd name="connsiteX134" fmla="*/ 7443787 w 7569200"/>
              <a:gd name="connsiteY134" fmla="*/ 6597650 h 6858000"/>
              <a:gd name="connsiteX135" fmla="*/ 7427912 w 7569200"/>
              <a:gd name="connsiteY135" fmla="*/ 6640512 h 6858000"/>
              <a:gd name="connsiteX136" fmla="*/ 7412037 w 7569200"/>
              <a:gd name="connsiteY136" fmla="*/ 6683375 h 6858000"/>
              <a:gd name="connsiteX137" fmla="*/ 7402512 w 7569200"/>
              <a:gd name="connsiteY137" fmla="*/ 6735762 h 6858000"/>
              <a:gd name="connsiteX138" fmla="*/ 7394575 w 7569200"/>
              <a:gd name="connsiteY138" fmla="*/ 6791325 h 6858000"/>
              <a:gd name="connsiteX139" fmla="*/ 7389812 w 7569200"/>
              <a:gd name="connsiteY139" fmla="*/ 6858000 h 6858000"/>
              <a:gd name="connsiteX140" fmla="*/ 0 w 7569200"/>
              <a:gd name="connsiteY140" fmla="*/ 6858000 h 6858000"/>
              <a:gd name="connsiteX141" fmla="*/ 0 w 7569200"/>
              <a:gd name="connsiteY1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7569200" h="68580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86D459-3ECF-602E-2E97-B72492EFD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44" y="484631"/>
            <a:ext cx="11061936" cy="866649"/>
          </a:xfrm>
        </p:spPr>
        <p:txBody>
          <a:bodyPr>
            <a:normAutofit/>
          </a:bodyPr>
          <a:lstStyle/>
          <a:p>
            <a:r>
              <a:rPr lang="pt-BR" dirty="0"/>
              <a:t>EXERCÍCIO 01 – Boletim ESCOLAR</a:t>
            </a:r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5FDAFA16-9D2D-4BEC-89D0-B4EABEE9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4C5497-453E-BF43-DB7C-AD142023E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51" y="1483360"/>
            <a:ext cx="6801104" cy="489000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pt-BR" dirty="0">
                <a:solidFill>
                  <a:schemeClr val="tx1"/>
                </a:solidFill>
              </a:rPr>
              <a:t>Faça uma página HTML com três campos input: </a:t>
            </a:r>
          </a:p>
          <a:p>
            <a:pPr lvl="1">
              <a:lnSpc>
                <a:spcPct val="100000"/>
              </a:lnSpc>
            </a:pPr>
            <a:r>
              <a:rPr lang="pt-BR" sz="2000" dirty="0">
                <a:solidFill>
                  <a:schemeClr val="tx1"/>
                </a:solidFill>
              </a:rPr>
              <a:t>Nota 1 (de 0 a 10) </a:t>
            </a:r>
          </a:p>
          <a:p>
            <a:pPr lvl="1">
              <a:lnSpc>
                <a:spcPct val="100000"/>
              </a:lnSpc>
            </a:pPr>
            <a:r>
              <a:rPr lang="pt-BR" sz="2000" dirty="0">
                <a:solidFill>
                  <a:schemeClr val="tx1"/>
                </a:solidFill>
              </a:rPr>
              <a:t>Nota 2 (de 0 a 10) </a:t>
            </a:r>
          </a:p>
          <a:p>
            <a:pPr lvl="1">
              <a:lnSpc>
                <a:spcPct val="100000"/>
              </a:lnSpc>
            </a:pPr>
            <a:r>
              <a:rPr lang="pt-BR" sz="2000" dirty="0">
                <a:solidFill>
                  <a:schemeClr val="tx1"/>
                </a:solidFill>
              </a:rPr>
              <a:t>Quantidade de faltas (somente números acima de 0)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pt-BR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pt-BR" dirty="0">
                <a:solidFill>
                  <a:schemeClr val="tx1"/>
                </a:solidFill>
              </a:rPr>
              <a:t>Crie um botão que calcule a média das notas, e recupere o número de faltas;</a:t>
            </a:r>
          </a:p>
          <a:p>
            <a:pPr>
              <a:lnSpc>
                <a:spcPct val="100000"/>
              </a:lnSpc>
            </a:pPr>
            <a:r>
              <a:rPr lang="pt-BR" dirty="0">
                <a:solidFill>
                  <a:schemeClr val="tx1"/>
                </a:solidFill>
              </a:rPr>
              <a:t>Crie outro campo input </a:t>
            </a:r>
            <a:r>
              <a:rPr lang="pt-BR" dirty="0" err="1">
                <a:solidFill>
                  <a:schemeClr val="tx1"/>
                </a:solidFill>
              </a:rPr>
              <a:t>readonly</a:t>
            </a:r>
            <a:r>
              <a:rPr lang="pt-BR" dirty="0">
                <a:solidFill>
                  <a:schemeClr val="tx1"/>
                </a:solidFill>
              </a:rPr>
              <a:t> para exibir o resultado conforme regras abaixo:</a:t>
            </a:r>
          </a:p>
          <a:p>
            <a:pPr>
              <a:lnSpc>
                <a:spcPct val="100000"/>
              </a:lnSpc>
            </a:pPr>
            <a:endParaRPr lang="pt-BR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</a:pPr>
            <a:r>
              <a:rPr lang="pt-BR" sz="2000" dirty="0">
                <a:solidFill>
                  <a:schemeClr val="tx1"/>
                </a:solidFill>
              </a:rPr>
              <a:t>Se faltas &gt; 10, o resultado será “Reprovado por falta”;</a:t>
            </a:r>
          </a:p>
          <a:p>
            <a:pPr lvl="1">
              <a:lnSpc>
                <a:spcPct val="100000"/>
              </a:lnSpc>
            </a:pPr>
            <a:r>
              <a:rPr lang="pt-BR" sz="2000" dirty="0">
                <a:solidFill>
                  <a:schemeClr val="tx1"/>
                </a:solidFill>
              </a:rPr>
              <a:t>Senão, se média &gt;= 7, o resultado será “Aprovado”;</a:t>
            </a:r>
          </a:p>
          <a:p>
            <a:pPr lvl="1">
              <a:lnSpc>
                <a:spcPct val="100000"/>
              </a:lnSpc>
            </a:pPr>
            <a:r>
              <a:rPr lang="pt-BR" sz="2000" dirty="0">
                <a:solidFill>
                  <a:schemeClr val="tx1"/>
                </a:solidFill>
              </a:rPr>
              <a:t>Senão, se média &gt;= 5, o resultado será “Recuperação Final”;</a:t>
            </a:r>
          </a:p>
          <a:p>
            <a:pPr lvl="1">
              <a:lnSpc>
                <a:spcPct val="100000"/>
              </a:lnSpc>
            </a:pPr>
            <a:r>
              <a:rPr lang="pt-BR" sz="2000" dirty="0">
                <a:solidFill>
                  <a:schemeClr val="tx1"/>
                </a:solidFill>
              </a:rPr>
              <a:t>Senão, o resultado será “Reprovado por nota”;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4238F34-F2EC-2011-EC53-A43778BA3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376" y="1869439"/>
            <a:ext cx="4383404" cy="311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338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2FCAF-54CD-85E6-0DAE-F614D9CBC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B95CC6-1E8F-7D9D-3EF4-896BC6FC9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declaração </a:t>
            </a:r>
            <a:r>
              <a:rPr lang="pt-BR" b="1" i="1" dirty="0"/>
              <a:t>switch</a:t>
            </a:r>
            <a:r>
              <a:rPr lang="pt-BR" dirty="0"/>
              <a:t> permite que um programa avalie uma expressão e tente associar o valor da expressão ao rótulo de um </a:t>
            </a:r>
            <a:r>
              <a:rPr lang="pt-BR" b="1" i="1" dirty="0"/>
              <a:t>case</a:t>
            </a:r>
            <a:r>
              <a:rPr lang="pt-BR" dirty="0"/>
              <a:t>. </a:t>
            </a:r>
          </a:p>
          <a:p>
            <a:r>
              <a:rPr lang="pt-BR" dirty="0"/>
              <a:t>Se uma correspondência é encontrada, o programa executa a declaração associada ao </a:t>
            </a:r>
            <a:r>
              <a:rPr lang="pt-BR" b="1" i="1" dirty="0"/>
              <a:t>case</a:t>
            </a:r>
            <a:r>
              <a:rPr lang="pt-BR" dirty="0"/>
              <a:t>.</a:t>
            </a:r>
          </a:p>
          <a:p>
            <a:r>
              <a:rPr lang="pt-BR" dirty="0"/>
              <a:t>Se nenhuma condição em case seja verdadeira, o programa procura pela cláusula </a:t>
            </a:r>
            <a:r>
              <a:rPr lang="pt-BR" b="1" i="1" dirty="0"/>
              <a:t>default</a:t>
            </a:r>
            <a:r>
              <a:rPr lang="pt-BR" dirty="0"/>
              <a:t>, que é opcional.</a:t>
            </a:r>
          </a:p>
          <a:p>
            <a:r>
              <a:rPr lang="pt-BR" dirty="0"/>
              <a:t>Caso não exista a cláusula </a:t>
            </a:r>
            <a:r>
              <a:rPr lang="pt-BR" b="1" i="1" dirty="0"/>
              <a:t>default</a:t>
            </a:r>
            <a:r>
              <a:rPr lang="pt-BR" dirty="0"/>
              <a:t>, o programa não executará nenhum bloco de case e seguirá para a instrução após o </a:t>
            </a:r>
            <a:r>
              <a:rPr lang="pt-BR" b="1" i="1" dirty="0"/>
              <a:t>switch</a:t>
            </a:r>
            <a:r>
              <a:rPr lang="pt-BR" dirty="0"/>
              <a:t>.</a:t>
            </a:r>
          </a:p>
          <a:p>
            <a:r>
              <a:rPr lang="pt-BR" dirty="0"/>
              <a:t>A instrução </a:t>
            </a:r>
            <a:r>
              <a:rPr lang="pt-BR" b="1" i="1" dirty="0"/>
              <a:t>break</a:t>
            </a:r>
            <a:r>
              <a:rPr lang="pt-BR" dirty="0"/>
              <a:t> deve ser colocada ao final de cada bloco </a:t>
            </a:r>
            <a:r>
              <a:rPr lang="pt-BR" b="1" i="1" dirty="0"/>
              <a:t>case</a:t>
            </a:r>
            <a:r>
              <a:rPr lang="pt-BR" dirty="0"/>
              <a:t>, para garantir que o programa saia do switch após encontrar sua condição.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9092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B217C2AD-51B4-40CE-A71F-F5D3F846D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1BF92E-23CF-4BFE-9E1F-C359BACFA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FEF8384-2545-4ACD-9071-49DD1CFC4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Freeform 22">
            <a:extLst>
              <a:ext uri="{FF2B5EF4-FFF2-40B4-BE49-F238E27FC236}">
                <a16:creationId xmlns:a16="http://schemas.microsoft.com/office/drawing/2014/main" id="{F77DB8FA-61A7-4DE7-A777-6D258D172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4695443" cy="6858000"/>
          </a:xfrm>
          <a:custGeom>
            <a:avLst/>
            <a:gdLst>
              <a:gd name="connsiteX0" fmla="*/ 0 w 4992864"/>
              <a:gd name="connsiteY0" fmla="*/ 0 h 6858000"/>
              <a:gd name="connsiteX1" fmla="*/ 4813476 w 4992864"/>
              <a:gd name="connsiteY1" fmla="*/ 0 h 6858000"/>
              <a:gd name="connsiteX2" fmla="*/ 4818239 w 4992864"/>
              <a:gd name="connsiteY2" fmla="*/ 66675 h 6858000"/>
              <a:gd name="connsiteX3" fmla="*/ 4826176 w 4992864"/>
              <a:gd name="connsiteY3" fmla="*/ 122237 h 6858000"/>
              <a:gd name="connsiteX4" fmla="*/ 4835701 w 4992864"/>
              <a:gd name="connsiteY4" fmla="*/ 174625 h 6858000"/>
              <a:gd name="connsiteX5" fmla="*/ 4851576 w 4992864"/>
              <a:gd name="connsiteY5" fmla="*/ 217487 h 6858000"/>
              <a:gd name="connsiteX6" fmla="*/ 4867451 w 4992864"/>
              <a:gd name="connsiteY6" fmla="*/ 260350 h 6858000"/>
              <a:gd name="connsiteX7" fmla="*/ 4886501 w 4992864"/>
              <a:gd name="connsiteY7" fmla="*/ 296862 h 6858000"/>
              <a:gd name="connsiteX8" fmla="*/ 4905551 w 4992864"/>
              <a:gd name="connsiteY8" fmla="*/ 334962 h 6858000"/>
              <a:gd name="connsiteX9" fmla="*/ 4923014 w 4992864"/>
              <a:gd name="connsiteY9" fmla="*/ 369887 h 6858000"/>
              <a:gd name="connsiteX10" fmla="*/ 4940476 w 4992864"/>
              <a:gd name="connsiteY10" fmla="*/ 409575 h 6858000"/>
              <a:gd name="connsiteX11" fmla="*/ 4956351 w 4992864"/>
              <a:gd name="connsiteY11" fmla="*/ 450850 h 6858000"/>
              <a:gd name="connsiteX12" fmla="*/ 4970639 w 4992864"/>
              <a:gd name="connsiteY12" fmla="*/ 496887 h 6858000"/>
              <a:gd name="connsiteX13" fmla="*/ 4981751 w 4992864"/>
              <a:gd name="connsiteY13" fmla="*/ 546100 h 6858000"/>
              <a:gd name="connsiteX14" fmla="*/ 4989689 w 4992864"/>
              <a:gd name="connsiteY14" fmla="*/ 606425 h 6858000"/>
              <a:gd name="connsiteX15" fmla="*/ 4992864 w 4992864"/>
              <a:gd name="connsiteY15" fmla="*/ 673100 h 6858000"/>
              <a:gd name="connsiteX16" fmla="*/ 4989689 w 4992864"/>
              <a:gd name="connsiteY16" fmla="*/ 744537 h 6858000"/>
              <a:gd name="connsiteX17" fmla="*/ 4981751 w 4992864"/>
              <a:gd name="connsiteY17" fmla="*/ 801687 h 6858000"/>
              <a:gd name="connsiteX18" fmla="*/ 4970639 w 4992864"/>
              <a:gd name="connsiteY18" fmla="*/ 854075 h 6858000"/>
              <a:gd name="connsiteX19" fmla="*/ 4956351 w 4992864"/>
              <a:gd name="connsiteY19" fmla="*/ 901700 h 6858000"/>
              <a:gd name="connsiteX20" fmla="*/ 4940476 w 4992864"/>
              <a:gd name="connsiteY20" fmla="*/ 942975 h 6858000"/>
              <a:gd name="connsiteX21" fmla="*/ 4921426 w 4992864"/>
              <a:gd name="connsiteY21" fmla="*/ 981075 h 6858000"/>
              <a:gd name="connsiteX22" fmla="*/ 4902376 w 4992864"/>
              <a:gd name="connsiteY22" fmla="*/ 1017587 h 6858000"/>
              <a:gd name="connsiteX23" fmla="*/ 4883326 w 4992864"/>
              <a:gd name="connsiteY23" fmla="*/ 1055687 h 6858000"/>
              <a:gd name="connsiteX24" fmla="*/ 4865864 w 4992864"/>
              <a:gd name="connsiteY24" fmla="*/ 1095375 h 6858000"/>
              <a:gd name="connsiteX25" fmla="*/ 4848401 w 4992864"/>
              <a:gd name="connsiteY25" fmla="*/ 1136650 h 6858000"/>
              <a:gd name="connsiteX26" fmla="*/ 4834114 w 4992864"/>
              <a:gd name="connsiteY26" fmla="*/ 1182687 h 6858000"/>
              <a:gd name="connsiteX27" fmla="*/ 4824589 w 4992864"/>
              <a:gd name="connsiteY27" fmla="*/ 1235075 h 6858000"/>
              <a:gd name="connsiteX28" fmla="*/ 4815064 w 4992864"/>
              <a:gd name="connsiteY28" fmla="*/ 1295400 h 6858000"/>
              <a:gd name="connsiteX29" fmla="*/ 4813476 w 4992864"/>
              <a:gd name="connsiteY29" fmla="*/ 1363662 h 6858000"/>
              <a:gd name="connsiteX30" fmla="*/ 4815064 w 4992864"/>
              <a:gd name="connsiteY30" fmla="*/ 1431925 h 6858000"/>
              <a:gd name="connsiteX31" fmla="*/ 4824589 w 4992864"/>
              <a:gd name="connsiteY31" fmla="*/ 1492250 h 6858000"/>
              <a:gd name="connsiteX32" fmla="*/ 4834114 w 4992864"/>
              <a:gd name="connsiteY32" fmla="*/ 1544637 h 6858000"/>
              <a:gd name="connsiteX33" fmla="*/ 4848401 w 4992864"/>
              <a:gd name="connsiteY33" fmla="*/ 1589087 h 6858000"/>
              <a:gd name="connsiteX34" fmla="*/ 4865864 w 4992864"/>
              <a:gd name="connsiteY34" fmla="*/ 1631950 h 6858000"/>
              <a:gd name="connsiteX35" fmla="*/ 4883326 w 4992864"/>
              <a:gd name="connsiteY35" fmla="*/ 1671637 h 6858000"/>
              <a:gd name="connsiteX36" fmla="*/ 4902376 w 4992864"/>
              <a:gd name="connsiteY36" fmla="*/ 1708150 h 6858000"/>
              <a:gd name="connsiteX37" fmla="*/ 4921426 w 4992864"/>
              <a:gd name="connsiteY37" fmla="*/ 1743075 h 6858000"/>
              <a:gd name="connsiteX38" fmla="*/ 4940476 w 4992864"/>
              <a:gd name="connsiteY38" fmla="*/ 1782762 h 6858000"/>
              <a:gd name="connsiteX39" fmla="*/ 4956351 w 4992864"/>
              <a:gd name="connsiteY39" fmla="*/ 1824037 h 6858000"/>
              <a:gd name="connsiteX40" fmla="*/ 4970639 w 4992864"/>
              <a:gd name="connsiteY40" fmla="*/ 1870075 h 6858000"/>
              <a:gd name="connsiteX41" fmla="*/ 4981751 w 4992864"/>
              <a:gd name="connsiteY41" fmla="*/ 1922462 h 6858000"/>
              <a:gd name="connsiteX42" fmla="*/ 4989689 w 4992864"/>
              <a:gd name="connsiteY42" fmla="*/ 1982787 h 6858000"/>
              <a:gd name="connsiteX43" fmla="*/ 4992864 w 4992864"/>
              <a:gd name="connsiteY43" fmla="*/ 2051050 h 6858000"/>
              <a:gd name="connsiteX44" fmla="*/ 4989689 w 4992864"/>
              <a:gd name="connsiteY44" fmla="*/ 2119312 h 6858000"/>
              <a:gd name="connsiteX45" fmla="*/ 4981751 w 4992864"/>
              <a:gd name="connsiteY45" fmla="*/ 2179637 h 6858000"/>
              <a:gd name="connsiteX46" fmla="*/ 4970639 w 4992864"/>
              <a:gd name="connsiteY46" fmla="*/ 2232025 h 6858000"/>
              <a:gd name="connsiteX47" fmla="*/ 4956351 w 4992864"/>
              <a:gd name="connsiteY47" fmla="*/ 2278062 h 6858000"/>
              <a:gd name="connsiteX48" fmla="*/ 4940476 w 4992864"/>
              <a:gd name="connsiteY48" fmla="*/ 2319337 h 6858000"/>
              <a:gd name="connsiteX49" fmla="*/ 4921426 w 4992864"/>
              <a:gd name="connsiteY49" fmla="*/ 2359025 h 6858000"/>
              <a:gd name="connsiteX50" fmla="*/ 4902376 w 4992864"/>
              <a:gd name="connsiteY50" fmla="*/ 2395537 h 6858000"/>
              <a:gd name="connsiteX51" fmla="*/ 4883326 w 4992864"/>
              <a:gd name="connsiteY51" fmla="*/ 2433637 h 6858000"/>
              <a:gd name="connsiteX52" fmla="*/ 4865864 w 4992864"/>
              <a:gd name="connsiteY52" fmla="*/ 2471737 h 6858000"/>
              <a:gd name="connsiteX53" fmla="*/ 4848401 w 4992864"/>
              <a:gd name="connsiteY53" fmla="*/ 2513012 h 6858000"/>
              <a:gd name="connsiteX54" fmla="*/ 4834114 w 4992864"/>
              <a:gd name="connsiteY54" fmla="*/ 2560637 h 6858000"/>
              <a:gd name="connsiteX55" fmla="*/ 4824589 w 4992864"/>
              <a:gd name="connsiteY55" fmla="*/ 2613025 h 6858000"/>
              <a:gd name="connsiteX56" fmla="*/ 4815064 w 4992864"/>
              <a:gd name="connsiteY56" fmla="*/ 2671762 h 6858000"/>
              <a:gd name="connsiteX57" fmla="*/ 4813476 w 4992864"/>
              <a:gd name="connsiteY57" fmla="*/ 2741612 h 6858000"/>
              <a:gd name="connsiteX58" fmla="*/ 4815064 w 4992864"/>
              <a:gd name="connsiteY58" fmla="*/ 2809875 h 6858000"/>
              <a:gd name="connsiteX59" fmla="*/ 4824589 w 4992864"/>
              <a:gd name="connsiteY59" fmla="*/ 2868612 h 6858000"/>
              <a:gd name="connsiteX60" fmla="*/ 4834114 w 4992864"/>
              <a:gd name="connsiteY60" fmla="*/ 2922587 h 6858000"/>
              <a:gd name="connsiteX61" fmla="*/ 4848401 w 4992864"/>
              <a:gd name="connsiteY61" fmla="*/ 2967037 h 6858000"/>
              <a:gd name="connsiteX62" fmla="*/ 4865864 w 4992864"/>
              <a:gd name="connsiteY62" fmla="*/ 3009900 h 6858000"/>
              <a:gd name="connsiteX63" fmla="*/ 4883326 w 4992864"/>
              <a:gd name="connsiteY63" fmla="*/ 3046412 h 6858000"/>
              <a:gd name="connsiteX64" fmla="*/ 4902376 w 4992864"/>
              <a:gd name="connsiteY64" fmla="*/ 3084512 h 6858000"/>
              <a:gd name="connsiteX65" fmla="*/ 4921426 w 4992864"/>
              <a:gd name="connsiteY65" fmla="*/ 3121025 h 6858000"/>
              <a:gd name="connsiteX66" fmla="*/ 4940476 w 4992864"/>
              <a:gd name="connsiteY66" fmla="*/ 3160712 h 6858000"/>
              <a:gd name="connsiteX67" fmla="*/ 4956351 w 4992864"/>
              <a:gd name="connsiteY67" fmla="*/ 3201987 h 6858000"/>
              <a:gd name="connsiteX68" fmla="*/ 4970639 w 4992864"/>
              <a:gd name="connsiteY68" fmla="*/ 3248025 h 6858000"/>
              <a:gd name="connsiteX69" fmla="*/ 4981751 w 4992864"/>
              <a:gd name="connsiteY69" fmla="*/ 3300412 h 6858000"/>
              <a:gd name="connsiteX70" fmla="*/ 4989689 w 4992864"/>
              <a:gd name="connsiteY70" fmla="*/ 3360737 h 6858000"/>
              <a:gd name="connsiteX71" fmla="*/ 4992864 w 4992864"/>
              <a:gd name="connsiteY71" fmla="*/ 3427412 h 6858000"/>
              <a:gd name="connsiteX72" fmla="*/ 4989689 w 4992864"/>
              <a:gd name="connsiteY72" fmla="*/ 3497262 h 6858000"/>
              <a:gd name="connsiteX73" fmla="*/ 4981751 w 4992864"/>
              <a:gd name="connsiteY73" fmla="*/ 3557587 h 6858000"/>
              <a:gd name="connsiteX74" fmla="*/ 4970639 w 4992864"/>
              <a:gd name="connsiteY74" fmla="*/ 3609975 h 6858000"/>
              <a:gd name="connsiteX75" fmla="*/ 4956351 w 4992864"/>
              <a:gd name="connsiteY75" fmla="*/ 3656012 h 6858000"/>
              <a:gd name="connsiteX76" fmla="*/ 4940476 w 4992864"/>
              <a:gd name="connsiteY76" fmla="*/ 3697287 h 6858000"/>
              <a:gd name="connsiteX77" fmla="*/ 4921426 w 4992864"/>
              <a:gd name="connsiteY77" fmla="*/ 3736975 h 6858000"/>
              <a:gd name="connsiteX78" fmla="*/ 4883326 w 4992864"/>
              <a:gd name="connsiteY78" fmla="*/ 3811587 h 6858000"/>
              <a:gd name="connsiteX79" fmla="*/ 4865864 w 4992864"/>
              <a:gd name="connsiteY79" fmla="*/ 3848100 h 6858000"/>
              <a:gd name="connsiteX80" fmla="*/ 4848401 w 4992864"/>
              <a:gd name="connsiteY80" fmla="*/ 3890962 h 6858000"/>
              <a:gd name="connsiteX81" fmla="*/ 4834114 w 4992864"/>
              <a:gd name="connsiteY81" fmla="*/ 3935412 h 6858000"/>
              <a:gd name="connsiteX82" fmla="*/ 4824589 w 4992864"/>
              <a:gd name="connsiteY82" fmla="*/ 3987800 h 6858000"/>
              <a:gd name="connsiteX83" fmla="*/ 4815064 w 4992864"/>
              <a:gd name="connsiteY83" fmla="*/ 4048125 h 6858000"/>
              <a:gd name="connsiteX84" fmla="*/ 4813476 w 4992864"/>
              <a:gd name="connsiteY84" fmla="*/ 4116387 h 6858000"/>
              <a:gd name="connsiteX85" fmla="*/ 4815064 w 4992864"/>
              <a:gd name="connsiteY85" fmla="*/ 4186237 h 6858000"/>
              <a:gd name="connsiteX86" fmla="*/ 4824589 w 4992864"/>
              <a:gd name="connsiteY86" fmla="*/ 4244975 h 6858000"/>
              <a:gd name="connsiteX87" fmla="*/ 4834114 w 4992864"/>
              <a:gd name="connsiteY87" fmla="*/ 4297362 h 6858000"/>
              <a:gd name="connsiteX88" fmla="*/ 4848401 w 4992864"/>
              <a:gd name="connsiteY88" fmla="*/ 4343400 h 6858000"/>
              <a:gd name="connsiteX89" fmla="*/ 4865864 w 4992864"/>
              <a:gd name="connsiteY89" fmla="*/ 4386262 h 6858000"/>
              <a:gd name="connsiteX90" fmla="*/ 4883326 w 4992864"/>
              <a:gd name="connsiteY90" fmla="*/ 4424362 h 6858000"/>
              <a:gd name="connsiteX91" fmla="*/ 4921426 w 4992864"/>
              <a:gd name="connsiteY91" fmla="*/ 4498975 h 6858000"/>
              <a:gd name="connsiteX92" fmla="*/ 4940476 w 4992864"/>
              <a:gd name="connsiteY92" fmla="*/ 4537075 h 6858000"/>
              <a:gd name="connsiteX93" fmla="*/ 4956351 w 4992864"/>
              <a:gd name="connsiteY93" fmla="*/ 4579937 h 6858000"/>
              <a:gd name="connsiteX94" fmla="*/ 4970639 w 4992864"/>
              <a:gd name="connsiteY94" fmla="*/ 4625975 h 6858000"/>
              <a:gd name="connsiteX95" fmla="*/ 4981751 w 4992864"/>
              <a:gd name="connsiteY95" fmla="*/ 4678362 h 6858000"/>
              <a:gd name="connsiteX96" fmla="*/ 4989689 w 4992864"/>
              <a:gd name="connsiteY96" fmla="*/ 4738687 h 6858000"/>
              <a:gd name="connsiteX97" fmla="*/ 4992864 w 4992864"/>
              <a:gd name="connsiteY97" fmla="*/ 4806950 h 6858000"/>
              <a:gd name="connsiteX98" fmla="*/ 4989689 w 4992864"/>
              <a:gd name="connsiteY98" fmla="*/ 4875212 h 6858000"/>
              <a:gd name="connsiteX99" fmla="*/ 4981751 w 4992864"/>
              <a:gd name="connsiteY99" fmla="*/ 4935537 h 6858000"/>
              <a:gd name="connsiteX100" fmla="*/ 4970639 w 4992864"/>
              <a:gd name="connsiteY100" fmla="*/ 4987925 h 6858000"/>
              <a:gd name="connsiteX101" fmla="*/ 4956351 w 4992864"/>
              <a:gd name="connsiteY101" fmla="*/ 5033962 h 6858000"/>
              <a:gd name="connsiteX102" fmla="*/ 4940476 w 4992864"/>
              <a:gd name="connsiteY102" fmla="*/ 5075237 h 6858000"/>
              <a:gd name="connsiteX103" fmla="*/ 4921426 w 4992864"/>
              <a:gd name="connsiteY103" fmla="*/ 5114925 h 6858000"/>
              <a:gd name="connsiteX104" fmla="*/ 4902376 w 4992864"/>
              <a:gd name="connsiteY104" fmla="*/ 5149850 h 6858000"/>
              <a:gd name="connsiteX105" fmla="*/ 4883326 w 4992864"/>
              <a:gd name="connsiteY105" fmla="*/ 5186362 h 6858000"/>
              <a:gd name="connsiteX106" fmla="*/ 4865864 w 4992864"/>
              <a:gd name="connsiteY106" fmla="*/ 5226050 h 6858000"/>
              <a:gd name="connsiteX107" fmla="*/ 4848401 w 4992864"/>
              <a:gd name="connsiteY107" fmla="*/ 5268912 h 6858000"/>
              <a:gd name="connsiteX108" fmla="*/ 4834114 w 4992864"/>
              <a:gd name="connsiteY108" fmla="*/ 5313362 h 6858000"/>
              <a:gd name="connsiteX109" fmla="*/ 4824589 w 4992864"/>
              <a:gd name="connsiteY109" fmla="*/ 5365750 h 6858000"/>
              <a:gd name="connsiteX110" fmla="*/ 4815064 w 4992864"/>
              <a:gd name="connsiteY110" fmla="*/ 5426075 h 6858000"/>
              <a:gd name="connsiteX111" fmla="*/ 4813476 w 4992864"/>
              <a:gd name="connsiteY111" fmla="*/ 5494337 h 6858000"/>
              <a:gd name="connsiteX112" fmla="*/ 4815064 w 4992864"/>
              <a:gd name="connsiteY112" fmla="*/ 5562600 h 6858000"/>
              <a:gd name="connsiteX113" fmla="*/ 4824589 w 4992864"/>
              <a:gd name="connsiteY113" fmla="*/ 5622925 h 6858000"/>
              <a:gd name="connsiteX114" fmla="*/ 4834114 w 4992864"/>
              <a:gd name="connsiteY114" fmla="*/ 5675312 h 6858000"/>
              <a:gd name="connsiteX115" fmla="*/ 4848401 w 4992864"/>
              <a:gd name="connsiteY115" fmla="*/ 5721350 h 6858000"/>
              <a:gd name="connsiteX116" fmla="*/ 4865864 w 4992864"/>
              <a:gd name="connsiteY116" fmla="*/ 5762625 h 6858000"/>
              <a:gd name="connsiteX117" fmla="*/ 4883326 w 4992864"/>
              <a:gd name="connsiteY117" fmla="*/ 5802312 h 6858000"/>
              <a:gd name="connsiteX118" fmla="*/ 4902376 w 4992864"/>
              <a:gd name="connsiteY118" fmla="*/ 5840412 h 6858000"/>
              <a:gd name="connsiteX119" fmla="*/ 4921426 w 4992864"/>
              <a:gd name="connsiteY119" fmla="*/ 5876925 h 6858000"/>
              <a:gd name="connsiteX120" fmla="*/ 4940476 w 4992864"/>
              <a:gd name="connsiteY120" fmla="*/ 5915025 h 6858000"/>
              <a:gd name="connsiteX121" fmla="*/ 4956351 w 4992864"/>
              <a:gd name="connsiteY121" fmla="*/ 5956300 h 6858000"/>
              <a:gd name="connsiteX122" fmla="*/ 4970639 w 4992864"/>
              <a:gd name="connsiteY122" fmla="*/ 6003925 h 6858000"/>
              <a:gd name="connsiteX123" fmla="*/ 4981751 w 4992864"/>
              <a:gd name="connsiteY123" fmla="*/ 6056312 h 6858000"/>
              <a:gd name="connsiteX124" fmla="*/ 4989689 w 4992864"/>
              <a:gd name="connsiteY124" fmla="*/ 6113462 h 6858000"/>
              <a:gd name="connsiteX125" fmla="*/ 4992864 w 4992864"/>
              <a:gd name="connsiteY125" fmla="*/ 6183312 h 6858000"/>
              <a:gd name="connsiteX126" fmla="*/ 4989689 w 4992864"/>
              <a:gd name="connsiteY126" fmla="*/ 6251575 h 6858000"/>
              <a:gd name="connsiteX127" fmla="*/ 4981751 w 4992864"/>
              <a:gd name="connsiteY127" fmla="*/ 6311900 h 6858000"/>
              <a:gd name="connsiteX128" fmla="*/ 4970639 w 4992864"/>
              <a:gd name="connsiteY128" fmla="*/ 6361112 h 6858000"/>
              <a:gd name="connsiteX129" fmla="*/ 4956351 w 4992864"/>
              <a:gd name="connsiteY129" fmla="*/ 6407150 h 6858000"/>
              <a:gd name="connsiteX130" fmla="*/ 4940476 w 4992864"/>
              <a:gd name="connsiteY130" fmla="*/ 6448425 h 6858000"/>
              <a:gd name="connsiteX131" fmla="*/ 4923014 w 4992864"/>
              <a:gd name="connsiteY131" fmla="*/ 6488112 h 6858000"/>
              <a:gd name="connsiteX132" fmla="*/ 4905551 w 4992864"/>
              <a:gd name="connsiteY132" fmla="*/ 6523037 h 6858000"/>
              <a:gd name="connsiteX133" fmla="*/ 4886501 w 4992864"/>
              <a:gd name="connsiteY133" fmla="*/ 6561137 h 6858000"/>
              <a:gd name="connsiteX134" fmla="*/ 4867451 w 4992864"/>
              <a:gd name="connsiteY134" fmla="*/ 6597650 h 6858000"/>
              <a:gd name="connsiteX135" fmla="*/ 4851576 w 4992864"/>
              <a:gd name="connsiteY135" fmla="*/ 6640512 h 6858000"/>
              <a:gd name="connsiteX136" fmla="*/ 4835701 w 4992864"/>
              <a:gd name="connsiteY136" fmla="*/ 6683375 h 6858000"/>
              <a:gd name="connsiteX137" fmla="*/ 4826176 w 4992864"/>
              <a:gd name="connsiteY137" fmla="*/ 6735762 h 6858000"/>
              <a:gd name="connsiteX138" fmla="*/ 4818239 w 4992864"/>
              <a:gd name="connsiteY138" fmla="*/ 6791325 h 6858000"/>
              <a:gd name="connsiteX139" fmla="*/ 4813476 w 4992864"/>
              <a:gd name="connsiteY139" fmla="*/ 6858000 h 6858000"/>
              <a:gd name="connsiteX140" fmla="*/ 0 w 4992864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992864" h="6858000">
                <a:moveTo>
                  <a:pt x="0" y="0"/>
                </a:moveTo>
                <a:lnTo>
                  <a:pt x="4813476" y="0"/>
                </a:lnTo>
                <a:lnTo>
                  <a:pt x="4818239" y="66675"/>
                </a:lnTo>
                <a:lnTo>
                  <a:pt x="4826176" y="122237"/>
                </a:lnTo>
                <a:lnTo>
                  <a:pt x="4835701" y="174625"/>
                </a:lnTo>
                <a:lnTo>
                  <a:pt x="4851576" y="217487"/>
                </a:lnTo>
                <a:lnTo>
                  <a:pt x="4867451" y="260350"/>
                </a:lnTo>
                <a:lnTo>
                  <a:pt x="4886501" y="296862"/>
                </a:lnTo>
                <a:lnTo>
                  <a:pt x="4905551" y="334962"/>
                </a:lnTo>
                <a:lnTo>
                  <a:pt x="4923014" y="369887"/>
                </a:lnTo>
                <a:lnTo>
                  <a:pt x="4940476" y="409575"/>
                </a:lnTo>
                <a:lnTo>
                  <a:pt x="4956351" y="450850"/>
                </a:lnTo>
                <a:lnTo>
                  <a:pt x="4970639" y="496887"/>
                </a:lnTo>
                <a:lnTo>
                  <a:pt x="4981751" y="546100"/>
                </a:lnTo>
                <a:lnTo>
                  <a:pt x="4989689" y="606425"/>
                </a:lnTo>
                <a:lnTo>
                  <a:pt x="4992864" y="673100"/>
                </a:lnTo>
                <a:lnTo>
                  <a:pt x="4989689" y="744537"/>
                </a:lnTo>
                <a:lnTo>
                  <a:pt x="4981751" y="801687"/>
                </a:lnTo>
                <a:lnTo>
                  <a:pt x="4970639" y="854075"/>
                </a:lnTo>
                <a:lnTo>
                  <a:pt x="4956351" y="901700"/>
                </a:lnTo>
                <a:lnTo>
                  <a:pt x="4940476" y="942975"/>
                </a:lnTo>
                <a:lnTo>
                  <a:pt x="4921426" y="981075"/>
                </a:lnTo>
                <a:lnTo>
                  <a:pt x="4902376" y="1017587"/>
                </a:lnTo>
                <a:lnTo>
                  <a:pt x="4883326" y="1055687"/>
                </a:lnTo>
                <a:lnTo>
                  <a:pt x="4865864" y="1095375"/>
                </a:lnTo>
                <a:lnTo>
                  <a:pt x="4848401" y="1136650"/>
                </a:lnTo>
                <a:lnTo>
                  <a:pt x="4834114" y="1182687"/>
                </a:lnTo>
                <a:lnTo>
                  <a:pt x="4824589" y="1235075"/>
                </a:lnTo>
                <a:lnTo>
                  <a:pt x="4815064" y="1295400"/>
                </a:lnTo>
                <a:lnTo>
                  <a:pt x="4813476" y="1363662"/>
                </a:lnTo>
                <a:lnTo>
                  <a:pt x="4815064" y="1431925"/>
                </a:lnTo>
                <a:lnTo>
                  <a:pt x="4824589" y="1492250"/>
                </a:lnTo>
                <a:lnTo>
                  <a:pt x="4834114" y="1544637"/>
                </a:lnTo>
                <a:lnTo>
                  <a:pt x="4848401" y="1589087"/>
                </a:lnTo>
                <a:lnTo>
                  <a:pt x="4865864" y="1631950"/>
                </a:lnTo>
                <a:lnTo>
                  <a:pt x="4883326" y="1671637"/>
                </a:lnTo>
                <a:lnTo>
                  <a:pt x="4902376" y="1708150"/>
                </a:lnTo>
                <a:lnTo>
                  <a:pt x="4921426" y="1743075"/>
                </a:lnTo>
                <a:lnTo>
                  <a:pt x="4940476" y="1782762"/>
                </a:lnTo>
                <a:lnTo>
                  <a:pt x="4956351" y="1824037"/>
                </a:lnTo>
                <a:lnTo>
                  <a:pt x="4970639" y="1870075"/>
                </a:lnTo>
                <a:lnTo>
                  <a:pt x="4981751" y="1922462"/>
                </a:lnTo>
                <a:lnTo>
                  <a:pt x="4989689" y="1982787"/>
                </a:lnTo>
                <a:lnTo>
                  <a:pt x="4992864" y="2051050"/>
                </a:lnTo>
                <a:lnTo>
                  <a:pt x="4989689" y="2119312"/>
                </a:lnTo>
                <a:lnTo>
                  <a:pt x="4981751" y="2179637"/>
                </a:lnTo>
                <a:lnTo>
                  <a:pt x="4970639" y="2232025"/>
                </a:lnTo>
                <a:lnTo>
                  <a:pt x="4956351" y="2278062"/>
                </a:lnTo>
                <a:lnTo>
                  <a:pt x="4940476" y="2319337"/>
                </a:lnTo>
                <a:lnTo>
                  <a:pt x="4921426" y="2359025"/>
                </a:lnTo>
                <a:lnTo>
                  <a:pt x="4902376" y="2395537"/>
                </a:lnTo>
                <a:lnTo>
                  <a:pt x="4883326" y="2433637"/>
                </a:lnTo>
                <a:lnTo>
                  <a:pt x="4865864" y="2471737"/>
                </a:lnTo>
                <a:lnTo>
                  <a:pt x="4848401" y="2513012"/>
                </a:lnTo>
                <a:lnTo>
                  <a:pt x="4834114" y="2560637"/>
                </a:lnTo>
                <a:lnTo>
                  <a:pt x="4824589" y="2613025"/>
                </a:lnTo>
                <a:lnTo>
                  <a:pt x="4815064" y="2671762"/>
                </a:lnTo>
                <a:lnTo>
                  <a:pt x="4813476" y="2741612"/>
                </a:lnTo>
                <a:lnTo>
                  <a:pt x="4815064" y="2809875"/>
                </a:lnTo>
                <a:lnTo>
                  <a:pt x="4824589" y="2868612"/>
                </a:lnTo>
                <a:lnTo>
                  <a:pt x="4834114" y="2922587"/>
                </a:lnTo>
                <a:lnTo>
                  <a:pt x="4848401" y="2967037"/>
                </a:lnTo>
                <a:lnTo>
                  <a:pt x="4865864" y="3009900"/>
                </a:lnTo>
                <a:lnTo>
                  <a:pt x="4883326" y="3046412"/>
                </a:lnTo>
                <a:lnTo>
                  <a:pt x="4902376" y="3084512"/>
                </a:lnTo>
                <a:lnTo>
                  <a:pt x="4921426" y="3121025"/>
                </a:lnTo>
                <a:lnTo>
                  <a:pt x="4940476" y="3160712"/>
                </a:lnTo>
                <a:lnTo>
                  <a:pt x="4956351" y="3201987"/>
                </a:lnTo>
                <a:lnTo>
                  <a:pt x="4970639" y="3248025"/>
                </a:lnTo>
                <a:lnTo>
                  <a:pt x="4981751" y="3300412"/>
                </a:lnTo>
                <a:lnTo>
                  <a:pt x="4989689" y="3360737"/>
                </a:lnTo>
                <a:lnTo>
                  <a:pt x="4992864" y="3427412"/>
                </a:lnTo>
                <a:lnTo>
                  <a:pt x="4989689" y="3497262"/>
                </a:lnTo>
                <a:lnTo>
                  <a:pt x="4981751" y="3557587"/>
                </a:lnTo>
                <a:lnTo>
                  <a:pt x="4970639" y="3609975"/>
                </a:lnTo>
                <a:lnTo>
                  <a:pt x="4956351" y="3656012"/>
                </a:lnTo>
                <a:lnTo>
                  <a:pt x="4940476" y="3697287"/>
                </a:lnTo>
                <a:lnTo>
                  <a:pt x="4921426" y="3736975"/>
                </a:lnTo>
                <a:lnTo>
                  <a:pt x="4883326" y="3811587"/>
                </a:lnTo>
                <a:lnTo>
                  <a:pt x="4865864" y="3848100"/>
                </a:lnTo>
                <a:lnTo>
                  <a:pt x="4848401" y="3890962"/>
                </a:lnTo>
                <a:lnTo>
                  <a:pt x="4834114" y="3935412"/>
                </a:lnTo>
                <a:lnTo>
                  <a:pt x="4824589" y="3987800"/>
                </a:lnTo>
                <a:lnTo>
                  <a:pt x="4815064" y="4048125"/>
                </a:lnTo>
                <a:lnTo>
                  <a:pt x="4813476" y="4116387"/>
                </a:lnTo>
                <a:lnTo>
                  <a:pt x="4815064" y="4186237"/>
                </a:lnTo>
                <a:lnTo>
                  <a:pt x="4824589" y="4244975"/>
                </a:lnTo>
                <a:lnTo>
                  <a:pt x="4834114" y="4297362"/>
                </a:lnTo>
                <a:lnTo>
                  <a:pt x="4848401" y="4343400"/>
                </a:lnTo>
                <a:lnTo>
                  <a:pt x="4865864" y="4386262"/>
                </a:lnTo>
                <a:lnTo>
                  <a:pt x="4883326" y="4424362"/>
                </a:lnTo>
                <a:lnTo>
                  <a:pt x="4921426" y="4498975"/>
                </a:lnTo>
                <a:lnTo>
                  <a:pt x="4940476" y="4537075"/>
                </a:lnTo>
                <a:lnTo>
                  <a:pt x="4956351" y="4579937"/>
                </a:lnTo>
                <a:lnTo>
                  <a:pt x="4970639" y="4625975"/>
                </a:lnTo>
                <a:lnTo>
                  <a:pt x="4981751" y="4678362"/>
                </a:lnTo>
                <a:lnTo>
                  <a:pt x="4989689" y="4738687"/>
                </a:lnTo>
                <a:lnTo>
                  <a:pt x="4992864" y="4806950"/>
                </a:lnTo>
                <a:lnTo>
                  <a:pt x="4989689" y="4875212"/>
                </a:lnTo>
                <a:lnTo>
                  <a:pt x="4981751" y="4935537"/>
                </a:lnTo>
                <a:lnTo>
                  <a:pt x="4970639" y="4987925"/>
                </a:lnTo>
                <a:lnTo>
                  <a:pt x="4956351" y="5033962"/>
                </a:lnTo>
                <a:lnTo>
                  <a:pt x="4940476" y="5075237"/>
                </a:lnTo>
                <a:lnTo>
                  <a:pt x="4921426" y="5114925"/>
                </a:lnTo>
                <a:lnTo>
                  <a:pt x="4902376" y="5149850"/>
                </a:lnTo>
                <a:lnTo>
                  <a:pt x="4883326" y="5186362"/>
                </a:lnTo>
                <a:lnTo>
                  <a:pt x="4865864" y="5226050"/>
                </a:lnTo>
                <a:lnTo>
                  <a:pt x="4848401" y="5268912"/>
                </a:lnTo>
                <a:lnTo>
                  <a:pt x="4834114" y="5313362"/>
                </a:lnTo>
                <a:lnTo>
                  <a:pt x="4824589" y="5365750"/>
                </a:lnTo>
                <a:lnTo>
                  <a:pt x="4815064" y="5426075"/>
                </a:lnTo>
                <a:lnTo>
                  <a:pt x="4813476" y="5494337"/>
                </a:lnTo>
                <a:lnTo>
                  <a:pt x="4815064" y="5562600"/>
                </a:lnTo>
                <a:lnTo>
                  <a:pt x="4824589" y="5622925"/>
                </a:lnTo>
                <a:lnTo>
                  <a:pt x="4834114" y="5675312"/>
                </a:lnTo>
                <a:lnTo>
                  <a:pt x="4848401" y="5721350"/>
                </a:lnTo>
                <a:lnTo>
                  <a:pt x="4865864" y="5762625"/>
                </a:lnTo>
                <a:lnTo>
                  <a:pt x="4883326" y="5802312"/>
                </a:lnTo>
                <a:lnTo>
                  <a:pt x="4902376" y="5840412"/>
                </a:lnTo>
                <a:lnTo>
                  <a:pt x="4921426" y="5876925"/>
                </a:lnTo>
                <a:lnTo>
                  <a:pt x="4940476" y="5915025"/>
                </a:lnTo>
                <a:lnTo>
                  <a:pt x="4956351" y="5956300"/>
                </a:lnTo>
                <a:lnTo>
                  <a:pt x="4970639" y="6003925"/>
                </a:lnTo>
                <a:lnTo>
                  <a:pt x="4981751" y="6056312"/>
                </a:lnTo>
                <a:lnTo>
                  <a:pt x="4989689" y="6113462"/>
                </a:lnTo>
                <a:lnTo>
                  <a:pt x="4992864" y="6183312"/>
                </a:lnTo>
                <a:lnTo>
                  <a:pt x="4989689" y="6251575"/>
                </a:lnTo>
                <a:lnTo>
                  <a:pt x="4981751" y="6311900"/>
                </a:lnTo>
                <a:lnTo>
                  <a:pt x="4970639" y="6361112"/>
                </a:lnTo>
                <a:lnTo>
                  <a:pt x="4956351" y="6407150"/>
                </a:lnTo>
                <a:lnTo>
                  <a:pt x="4940476" y="6448425"/>
                </a:lnTo>
                <a:lnTo>
                  <a:pt x="4923014" y="6488112"/>
                </a:lnTo>
                <a:lnTo>
                  <a:pt x="4905551" y="6523037"/>
                </a:lnTo>
                <a:lnTo>
                  <a:pt x="4886501" y="6561137"/>
                </a:lnTo>
                <a:lnTo>
                  <a:pt x="4867451" y="6597650"/>
                </a:lnTo>
                <a:lnTo>
                  <a:pt x="4851576" y="6640512"/>
                </a:lnTo>
                <a:lnTo>
                  <a:pt x="4835701" y="6683375"/>
                </a:lnTo>
                <a:lnTo>
                  <a:pt x="4826176" y="6735762"/>
                </a:lnTo>
                <a:lnTo>
                  <a:pt x="4818239" y="6791325"/>
                </a:lnTo>
                <a:lnTo>
                  <a:pt x="48134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4FAD80-29C7-9C35-C23A-9CEB92FF9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54" y="643464"/>
            <a:ext cx="3437290" cy="43748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900" spc="800">
                <a:solidFill>
                  <a:srgbClr val="2A1A00"/>
                </a:solidFill>
              </a:rPr>
              <a:t>DESVIO CONDICIONAL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ADD5AF6-ABE0-43D6-9FF9-CE3CCDFA8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226" y="206478"/>
            <a:ext cx="6149527" cy="643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40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4BD3A9-25D1-4691-BE05-149182EC4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8D49CF1A-01DD-4115-A6BB-CFA8F7045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7569200" cy="6858000"/>
          </a:xfrm>
          <a:custGeom>
            <a:avLst/>
            <a:gdLst>
              <a:gd name="connsiteX0" fmla="*/ 0 w 7569200"/>
              <a:gd name="connsiteY0" fmla="*/ 0 h 6858000"/>
              <a:gd name="connsiteX1" fmla="*/ 7389812 w 7569200"/>
              <a:gd name="connsiteY1" fmla="*/ 0 h 6858000"/>
              <a:gd name="connsiteX2" fmla="*/ 7394575 w 7569200"/>
              <a:gd name="connsiteY2" fmla="*/ 66675 h 6858000"/>
              <a:gd name="connsiteX3" fmla="*/ 7402512 w 7569200"/>
              <a:gd name="connsiteY3" fmla="*/ 122237 h 6858000"/>
              <a:gd name="connsiteX4" fmla="*/ 7412037 w 7569200"/>
              <a:gd name="connsiteY4" fmla="*/ 174625 h 6858000"/>
              <a:gd name="connsiteX5" fmla="*/ 7427912 w 7569200"/>
              <a:gd name="connsiteY5" fmla="*/ 217487 h 6858000"/>
              <a:gd name="connsiteX6" fmla="*/ 7443787 w 7569200"/>
              <a:gd name="connsiteY6" fmla="*/ 260350 h 6858000"/>
              <a:gd name="connsiteX7" fmla="*/ 7462837 w 7569200"/>
              <a:gd name="connsiteY7" fmla="*/ 296862 h 6858000"/>
              <a:gd name="connsiteX8" fmla="*/ 7481887 w 7569200"/>
              <a:gd name="connsiteY8" fmla="*/ 334962 h 6858000"/>
              <a:gd name="connsiteX9" fmla="*/ 7499350 w 7569200"/>
              <a:gd name="connsiteY9" fmla="*/ 369887 h 6858000"/>
              <a:gd name="connsiteX10" fmla="*/ 7516812 w 7569200"/>
              <a:gd name="connsiteY10" fmla="*/ 409575 h 6858000"/>
              <a:gd name="connsiteX11" fmla="*/ 7532687 w 7569200"/>
              <a:gd name="connsiteY11" fmla="*/ 450850 h 6858000"/>
              <a:gd name="connsiteX12" fmla="*/ 7546975 w 7569200"/>
              <a:gd name="connsiteY12" fmla="*/ 496887 h 6858000"/>
              <a:gd name="connsiteX13" fmla="*/ 7558087 w 7569200"/>
              <a:gd name="connsiteY13" fmla="*/ 546100 h 6858000"/>
              <a:gd name="connsiteX14" fmla="*/ 7566025 w 7569200"/>
              <a:gd name="connsiteY14" fmla="*/ 606425 h 6858000"/>
              <a:gd name="connsiteX15" fmla="*/ 7569200 w 7569200"/>
              <a:gd name="connsiteY15" fmla="*/ 673100 h 6858000"/>
              <a:gd name="connsiteX16" fmla="*/ 7566025 w 7569200"/>
              <a:gd name="connsiteY16" fmla="*/ 744537 h 6858000"/>
              <a:gd name="connsiteX17" fmla="*/ 7558087 w 7569200"/>
              <a:gd name="connsiteY17" fmla="*/ 801687 h 6858000"/>
              <a:gd name="connsiteX18" fmla="*/ 7546975 w 7569200"/>
              <a:gd name="connsiteY18" fmla="*/ 854075 h 6858000"/>
              <a:gd name="connsiteX19" fmla="*/ 7532687 w 7569200"/>
              <a:gd name="connsiteY19" fmla="*/ 901700 h 6858000"/>
              <a:gd name="connsiteX20" fmla="*/ 7516812 w 7569200"/>
              <a:gd name="connsiteY20" fmla="*/ 942975 h 6858000"/>
              <a:gd name="connsiteX21" fmla="*/ 7497762 w 7569200"/>
              <a:gd name="connsiteY21" fmla="*/ 981075 h 6858000"/>
              <a:gd name="connsiteX22" fmla="*/ 7478712 w 7569200"/>
              <a:gd name="connsiteY22" fmla="*/ 1017587 h 6858000"/>
              <a:gd name="connsiteX23" fmla="*/ 7459662 w 7569200"/>
              <a:gd name="connsiteY23" fmla="*/ 1055687 h 6858000"/>
              <a:gd name="connsiteX24" fmla="*/ 7442200 w 7569200"/>
              <a:gd name="connsiteY24" fmla="*/ 1095375 h 6858000"/>
              <a:gd name="connsiteX25" fmla="*/ 7424737 w 7569200"/>
              <a:gd name="connsiteY25" fmla="*/ 1136650 h 6858000"/>
              <a:gd name="connsiteX26" fmla="*/ 7410450 w 7569200"/>
              <a:gd name="connsiteY26" fmla="*/ 1182687 h 6858000"/>
              <a:gd name="connsiteX27" fmla="*/ 7400925 w 7569200"/>
              <a:gd name="connsiteY27" fmla="*/ 1235075 h 6858000"/>
              <a:gd name="connsiteX28" fmla="*/ 7391400 w 7569200"/>
              <a:gd name="connsiteY28" fmla="*/ 1295400 h 6858000"/>
              <a:gd name="connsiteX29" fmla="*/ 7389812 w 7569200"/>
              <a:gd name="connsiteY29" fmla="*/ 1363662 h 6858000"/>
              <a:gd name="connsiteX30" fmla="*/ 7391400 w 7569200"/>
              <a:gd name="connsiteY30" fmla="*/ 1431925 h 6858000"/>
              <a:gd name="connsiteX31" fmla="*/ 7400925 w 7569200"/>
              <a:gd name="connsiteY31" fmla="*/ 1492250 h 6858000"/>
              <a:gd name="connsiteX32" fmla="*/ 7410450 w 7569200"/>
              <a:gd name="connsiteY32" fmla="*/ 1544637 h 6858000"/>
              <a:gd name="connsiteX33" fmla="*/ 7424737 w 7569200"/>
              <a:gd name="connsiteY33" fmla="*/ 1589087 h 6858000"/>
              <a:gd name="connsiteX34" fmla="*/ 7442200 w 7569200"/>
              <a:gd name="connsiteY34" fmla="*/ 1631950 h 6858000"/>
              <a:gd name="connsiteX35" fmla="*/ 7459662 w 7569200"/>
              <a:gd name="connsiteY35" fmla="*/ 1671637 h 6858000"/>
              <a:gd name="connsiteX36" fmla="*/ 7478712 w 7569200"/>
              <a:gd name="connsiteY36" fmla="*/ 1708150 h 6858000"/>
              <a:gd name="connsiteX37" fmla="*/ 7497762 w 7569200"/>
              <a:gd name="connsiteY37" fmla="*/ 1743075 h 6858000"/>
              <a:gd name="connsiteX38" fmla="*/ 7516812 w 7569200"/>
              <a:gd name="connsiteY38" fmla="*/ 1782762 h 6858000"/>
              <a:gd name="connsiteX39" fmla="*/ 7532687 w 7569200"/>
              <a:gd name="connsiteY39" fmla="*/ 1824037 h 6858000"/>
              <a:gd name="connsiteX40" fmla="*/ 7546975 w 7569200"/>
              <a:gd name="connsiteY40" fmla="*/ 1870075 h 6858000"/>
              <a:gd name="connsiteX41" fmla="*/ 7558087 w 7569200"/>
              <a:gd name="connsiteY41" fmla="*/ 1922462 h 6858000"/>
              <a:gd name="connsiteX42" fmla="*/ 7566025 w 7569200"/>
              <a:gd name="connsiteY42" fmla="*/ 1982787 h 6858000"/>
              <a:gd name="connsiteX43" fmla="*/ 7569200 w 7569200"/>
              <a:gd name="connsiteY43" fmla="*/ 2051050 h 6858000"/>
              <a:gd name="connsiteX44" fmla="*/ 7566025 w 7569200"/>
              <a:gd name="connsiteY44" fmla="*/ 2119312 h 6858000"/>
              <a:gd name="connsiteX45" fmla="*/ 7558087 w 7569200"/>
              <a:gd name="connsiteY45" fmla="*/ 2179637 h 6858000"/>
              <a:gd name="connsiteX46" fmla="*/ 7546975 w 7569200"/>
              <a:gd name="connsiteY46" fmla="*/ 2232025 h 6858000"/>
              <a:gd name="connsiteX47" fmla="*/ 7532687 w 7569200"/>
              <a:gd name="connsiteY47" fmla="*/ 2278062 h 6858000"/>
              <a:gd name="connsiteX48" fmla="*/ 7516812 w 7569200"/>
              <a:gd name="connsiteY48" fmla="*/ 2319337 h 6858000"/>
              <a:gd name="connsiteX49" fmla="*/ 7497762 w 7569200"/>
              <a:gd name="connsiteY49" fmla="*/ 2359025 h 6858000"/>
              <a:gd name="connsiteX50" fmla="*/ 7478712 w 7569200"/>
              <a:gd name="connsiteY50" fmla="*/ 2395537 h 6858000"/>
              <a:gd name="connsiteX51" fmla="*/ 7459662 w 7569200"/>
              <a:gd name="connsiteY51" fmla="*/ 2433637 h 6858000"/>
              <a:gd name="connsiteX52" fmla="*/ 7442200 w 7569200"/>
              <a:gd name="connsiteY52" fmla="*/ 2471737 h 6858000"/>
              <a:gd name="connsiteX53" fmla="*/ 7424737 w 7569200"/>
              <a:gd name="connsiteY53" fmla="*/ 2513012 h 6858000"/>
              <a:gd name="connsiteX54" fmla="*/ 7410450 w 7569200"/>
              <a:gd name="connsiteY54" fmla="*/ 2560637 h 6858000"/>
              <a:gd name="connsiteX55" fmla="*/ 7400925 w 7569200"/>
              <a:gd name="connsiteY55" fmla="*/ 2613025 h 6858000"/>
              <a:gd name="connsiteX56" fmla="*/ 7391400 w 7569200"/>
              <a:gd name="connsiteY56" fmla="*/ 2671762 h 6858000"/>
              <a:gd name="connsiteX57" fmla="*/ 7389812 w 7569200"/>
              <a:gd name="connsiteY57" fmla="*/ 2741612 h 6858000"/>
              <a:gd name="connsiteX58" fmla="*/ 7391400 w 7569200"/>
              <a:gd name="connsiteY58" fmla="*/ 2809875 h 6858000"/>
              <a:gd name="connsiteX59" fmla="*/ 7400925 w 7569200"/>
              <a:gd name="connsiteY59" fmla="*/ 2868612 h 6858000"/>
              <a:gd name="connsiteX60" fmla="*/ 7410450 w 7569200"/>
              <a:gd name="connsiteY60" fmla="*/ 2922587 h 6858000"/>
              <a:gd name="connsiteX61" fmla="*/ 7424737 w 7569200"/>
              <a:gd name="connsiteY61" fmla="*/ 2967037 h 6858000"/>
              <a:gd name="connsiteX62" fmla="*/ 7442200 w 7569200"/>
              <a:gd name="connsiteY62" fmla="*/ 3009900 h 6858000"/>
              <a:gd name="connsiteX63" fmla="*/ 7459662 w 7569200"/>
              <a:gd name="connsiteY63" fmla="*/ 3046412 h 6858000"/>
              <a:gd name="connsiteX64" fmla="*/ 7478712 w 7569200"/>
              <a:gd name="connsiteY64" fmla="*/ 3084512 h 6858000"/>
              <a:gd name="connsiteX65" fmla="*/ 7497762 w 7569200"/>
              <a:gd name="connsiteY65" fmla="*/ 3121025 h 6858000"/>
              <a:gd name="connsiteX66" fmla="*/ 7516812 w 7569200"/>
              <a:gd name="connsiteY66" fmla="*/ 3160712 h 6858000"/>
              <a:gd name="connsiteX67" fmla="*/ 7532687 w 7569200"/>
              <a:gd name="connsiteY67" fmla="*/ 3201987 h 6858000"/>
              <a:gd name="connsiteX68" fmla="*/ 7546975 w 7569200"/>
              <a:gd name="connsiteY68" fmla="*/ 3248025 h 6858000"/>
              <a:gd name="connsiteX69" fmla="*/ 7558087 w 7569200"/>
              <a:gd name="connsiteY69" fmla="*/ 3300412 h 6858000"/>
              <a:gd name="connsiteX70" fmla="*/ 7566025 w 7569200"/>
              <a:gd name="connsiteY70" fmla="*/ 3360737 h 6858000"/>
              <a:gd name="connsiteX71" fmla="*/ 7569200 w 7569200"/>
              <a:gd name="connsiteY71" fmla="*/ 3427412 h 6858000"/>
              <a:gd name="connsiteX72" fmla="*/ 7566025 w 7569200"/>
              <a:gd name="connsiteY72" fmla="*/ 3497262 h 6858000"/>
              <a:gd name="connsiteX73" fmla="*/ 7558087 w 7569200"/>
              <a:gd name="connsiteY73" fmla="*/ 3557587 h 6858000"/>
              <a:gd name="connsiteX74" fmla="*/ 7546975 w 7569200"/>
              <a:gd name="connsiteY74" fmla="*/ 3609975 h 6858000"/>
              <a:gd name="connsiteX75" fmla="*/ 7532687 w 7569200"/>
              <a:gd name="connsiteY75" fmla="*/ 3656012 h 6858000"/>
              <a:gd name="connsiteX76" fmla="*/ 7516812 w 7569200"/>
              <a:gd name="connsiteY76" fmla="*/ 3697287 h 6858000"/>
              <a:gd name="connsiteX77" fmla="*/ 7497762 w 7569200"/>
              <a:gd name="connsiteY77" fmla="*/ 3736975 h 6858000"/>
              <a:gd name="connsiteX78" fmla="*/ 7459662 w 7569200"/>
              <a:gd name="connsiteY78" fmla="*/ 3811587 h 6858000"/>
              <a:gd name="connsiteX79" fmla="*/ 7442200 w 7569200"/>
              <a:gd name="connsiteY79" fmla="*/ 3848100 h 6858000"/>
              <a:gd name="connsiteX80" fmla="*/ 7424737 w 7569200"/>
              <a:gd name="connsiteY80" fmla="*/ 3890962 h 6858000"/>
              <a:gd name="connsiteX81" fmla="*/ 7410450 w 7569200"/>
              <a:gd name="connsiteY81" fmla="*/ 3935412 h 6858000"/>
              <a:gd name="connsiteX82" fmla="*/ 7400925 w 7569200"/>
              <a:gd name="connsiteY82" fmla="*/ 3987800 h 6858000"/>
              <a:gd name="connsiteX83" fmla="*/ 7391400 w 7569200"/>
              <a:gd name="connsiteY83" fmla="*/ 4048125 h 6858000"/>
              <a:gd name="connsiteX84" fmla="*/ 7389812 w 7569200"/>
              <a:gd name="connsiteY84" fmla="*/ 4116387 h 6858000"/>
              <a:gd name="connsiteX85" fmla="*/ 7391400 w 7569200"/>
              <a:gd name="connsiteY85" fmla="*/ 4186237 h 6858000"/>
              <a:gd name="connsiteX86" fmla="*/ 7400925 w 7569200"/>
              <a:gd name="connsiteY86" fmla="*/ 4244975 h 6858000"/>
              <a:gd name="connsiteX87" fmla="*/ 7410450 w 7569200"/>
              <a:gd name="connsiteY87" fmla="*/ 4297362 h 6858000"/>
              <a:gd name="connsiteX88" fmla="*/ 7424737 w 7569200"/>
              <a:gd name="connsiteY88" fmla="*/ 4343400 h 6858000"/>
              <a:gd name="connsiteX89" fmla="*/ 7442200 w 7569200"/>
              <a:gd name="connsiteY89" fmla="*/ 4386262 h 6858000"/>
              <a:gd name="connsiteX90" fmla="*/ 7459662 w 7569200"/>
              <a:gd name="connsiteY90" fmla="*/ 4424362 h 6858000"/>
              <a:gd name="connsiteX91" fmla="*/ 7497762 w 7569200"/>
              <a:gd name="connsiteY91" fmla="*/ 4498975 h 6858000"/>
              <a:gd name="connsiteX92" fmla="*/ 7516812 w 7569200"/>
              <a:gd name="connsiteY92" fmla="*/ 4537075 h 6858000"/>
              <a:gd name="connsiteX93" fmla="*/ 7532687 w 7569200"/>
              <a:gd name="connsiteY93" fmla="*/ 4579937 h 6858000"/>
              <a:gd name="connsiteX94" fmla="*/ 7546975 w 7569200"/>
              <a:gd name="connsiteY94" fmla="*/ 4625975 h 6858000"/>
              <a:gd name="connsiteX95" fmla="*/ 7558087 w 7569200"/>
              <a:gd name="connsiteY95" fmla="*/ 4678362 h 6858000"/>
              <a:gd name="connsiteX96" fmla="*/ 7566025 w 7569200"/>
              <a:gd name="connsiteY96" fmla="*/ 4738687 h 6858000"/>
              <a:gd name="connsiteX97" fmla="*/ 7569200 w 7569200"/>
              <a:gd name="connsiteY97" fmla="*/ 4806950 h 6858000"/>
              <a:gd name="connsiteX98" fmla="*/ 7566025 w 7569200"/>
              <a:gd name="connsiteY98" fmla="*/ 4875212 h 6858000"/>
              <a:gd name="connsiteX99" fmla="*/ 7558087 w 7569200"/>
              <a:gd name="connsiteY99" fmla="*/ 4935537 h 6858000"/>
              <a:gd name="connsiteX100" fmla="*/ 7546975 w 7569200"/>
              <a:gd name="connsiteY100" fmla="*/ 4987925 h 6858000"/>
              <a:gd name="connsiteX101" fmla="*/ 7532687 w 7569200"/>
              <a:gd name="connsiteY101" fmla="*/ 5033962 h 6858000"/>
              <a:gd name="connsiteX102" fmla="*/ 7516812 w 7569200"/>
              <a:gd name="connsiteY102" fmla="*/ 5075237 h 6858000"/>
              <a:gd name="connsiteX103" fmla="*/ 7497762 w 7569200"/>
              <a:gd name="connsiteY103" fmla="*/ 5114925 h 6858000"/>
              <a:gd name="connsiteX104" fmla="*/ 7478712 w 7569200"/>
              <a:gd name="connsiteY104" fmla="*/ 5149850 h 6858000"/>
              <a:gd name="connsiteX105" fmla="*/ 7459662 w 7569200"/>
              <a:gd name="connsiteY105" fmla="*/ 5186362 h 6858000"/>
              <a:gd name="connsiteX106" fmla="*/ 7442200 w 7569200"/>
              <a:gd name="connsiteY106" fmla="*/ 5226050 h 6858000"/>
              <a:gd name="connsiteX107" fmla="*/ 7424737 w 7569200"/>
              <a:gd name="connsiteY107" fmla="*/ 5268912 h 6858000"/>
              <a:gd name="connsiteX108" fmla="*/ 7410450 w 7569200"/>
              <a:gd name="connsiteY108" fmla="*/ 5313362 h 6858000"/>
              <a:gd name="connsiteX109" fmla="*/ 7400925 w 7569200"/>
              <a:gd name="connsiteY109" fmla="*/ 5365750 h 6858000"/>
              <a:gd name="connsiteX110" fmla="*/ 7391400 w 7569200"/>
              <a:gd name="connsiteY110" fmla="*/ 5426075 h 6858000"/>
              <a:gd name="connsiteX111" fmla="*/ 7389812 w 7569200"/>
              <a:gd name="connsiteY111" fmla="*/ 5494337 h 6858000"/>
              <a:gd name="connsiteX112" fmla="*/ 7391400 w 7569200"/>
              <a:gd name="connsiteY112" fmla="*/ 5562600 h 6858000"/>
              <a:gd name="connsiteX113" fmla="*/ 7400925 w 7569200"/>
              <a:gd name="connsiteY113" fmla="*/ 5622925 h 6858000"/>
              <a:gd name="connsiteX114" fmla="*/ 7410450 w 7569200"/>
              <a:gd name="connsiteY114" fmla="*/ 5675312 h 6858000"/>
              <a:gd name="connsiteX115" fmla="*/ 7424737 w 7569200"/>
              <a:gd name="connsiteY115" fmla="*/ 5721350 h 6858000"/>
              <a:gd name="connsiteX116" fmla="*/ 7442200 w 7569200"/>
              <a:gd name="connsiteY116" fmla="*/ 5762625 h 6858000"/>
              <a:gd name="connsiteX117" fmla="*/ 7459662 w 7569200"/>
              <a:gd name="connsiteY117" fmla="*/ 5802312 h 6858000"/>
              <a:gd name="connsiteX118" fmla="*/ 7478712 w 7569200"/>
              <a:gd name="connsiteY118" fmla="*/ 5840412 h 6858000"/>
              <a:gd name="connsiteX119" fmla="*/ 7497762 w 7569200"/>
              <a:gd name="connsiteY119" fmla="*/ 5876925 h 6858000"/>
              <a:gd name="connsiteX120" fmla="*/ 7516812 w 7569200"/>
              <a:gd name="connsiteY120" fmla="*/ 5915025 h 6858000"/>
              <a:gd name="connsiteX121" fmla="*/ 7532687 w 7569200"/>
              <a:gd name="connsiteY121" fmla="*/ 5956300 h 6858000"/>
              <a:gd name="connsiteX122" fmla="*/ 7546975 w 7569200"/>
              <a:gd name="connsiteY122" fmla="*/ 6003925 h 6858000"/>
              <a:gd name="connsiteX123" fmla="*/ 7558087 w 7569200"/>
              <a:gd name="connsiteY123" fmla="*/ 6056312 h 6858000"/>
              <a:gd name="connsiteX124" fmla="*/ 7566025 w 7569200"/>
              <a:gd name="connsiteY124" fmla="*/ 6113462 h 6858000"/>
              <a:gd name="connsiteX125" fmla="*/ 7569200 w 7569200"/>
              <a:gd name="connsiteY125" fmla="*/ 6183312 h 6858000"/>
              <a:gd name="connsiteX126" fmla="*/ 7566025 w 7569200"/>
              <a:gd name="connsiteY126" fmla="*/ 6251575 h 6858000"/>
              <a:gd name="connsiteX127" fmla="*/ 7558087 w 7569200"/>
              <a:gd name="connsiteY127" fmla="*/ 6311900 h 6858000"/>
              <a:gd name="connsiteX128" fmla="*/ 7546975 w 7569200"/>
              <a:gd name="connsiteY128" fmla="*/ 6361112 h 6858000"/>
              <a:gd name="connsiteX129" fmla="*/ 7532687 w 7569200"/>
              <a:gd name="connsiteY129" fmla="*/ 6407150 h 6858000"/>
              <a:gd name="connsiteX130" fmla="*/ 7516812 w 7569200"/>
              <a:gd name="connsiteY130" fmla="*/ 6448425 h 6858000"/>
              <a:gd name="connsiteX131" fmla="*/ 7499350 w 7569200"/>
              <a:gd name="connsiteY131" fmla="*/ 6488112 h 6858000"/>
              <a:gd name="connsiteX132" fmla="*/ 7481887 w 7569200"/>
              <a:gd name="connsiteY132" fmla="*/ 6523037 h 6858000"/>
              <a:gd name="connsiteX133" fmla="*/ 7462837 w 7569200"/>
              <a:gd name="connsiteY133" fmla="*/ 6561137 h 6858000"/>
              <a:gd name="connsiteX134" fmla="*/ 7443787 w 7569200"/>
              <a:gd name="connsiteY134" fmla="*/ 6597650 h 6858000"/>
              <a:gd name="connsiteX135" fmla="*/ 7427912 w 7569200"/>
              <a:gd name="connsiteY135" fmla="*/ 6640512 h 6858000"/>
              <a:gd name="connsiteX136" fmla="*/ 7412037 w 7569200"/>
              <a:gd name="connsiteY136" fmla="*/ 6683375 h 6858000"/>
              <a:gd name="connsiteX137" fmla="*/ 7402512 w 7569200"/>
              <a:gd name="connsiteY137" fmla="*/ 6735762 h 6858000"/>
              <a:gd name="connsiteX138" fmla="*/ 7394575 w 7569200"/>
              <a:gd name="connsiteY138" fmla="*/ 6791325 h 6858000"/>
              <a:gd name="connsiteX139" fmla="*/ 7389812 w 7569200"/>
              <a:gd name="connsiteY139" fmla="*/ 6858000 h 6858000"/>
              <a:gd name="connsiteX140" fmla="*/ 0 w 7569200"/>
              <a:gd name="connsiteY140" fmla="*/ 6858000 h 6858000"/>
              <a:gd name="connsiteX141" fmla="*/ 0 w 7569200"/>
              <a:gd name="connsiteY1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7569200" h="68580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735942-1D1E-C428-9408-DBDDC2883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44" y="484631"/>
            <a:ext cx="6340519" cy="1638469"/>
          </a:xfrm>
        </p:spPr>
        <p:txBody>
          <a:bodyPr>
            <a:normAutofit/>
          </a:bodyPr>
          <a:lstStyle/>
          <a:p>
            <a:r>
              <a:rPr lang="pt-BR" sz="3600"/>
              <a:t>EXERCÍCIO 02 – CALCULADORA SIMPLES COM SWITCH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DAFA16-9D2D-4BEC-89D0-B4EABEE9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9BF4E-5D03-FC87-5D44-ADE3732C6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51" y="2443140"/>
            <a:ext cx="6306309" cy="3930227"/>
          </a:xfrm>
        </p:spPr>
        <p:txBody>
          <a:bodyPr>
            <a:normAutofit/>
          </a:bodyPr>
          <a:lstStyle/>
          <a:p>
            <a:r>
              <a:rPr lang="pt-BR">
                <a:solidFill>
                  <a:schemeClr val="tx1"/>
                </a:solidFill>
              </a:rPr>
              <a:t>Crie uma calculadora simples com apenas 2 operandos e um combo para selecionar o operador (ver imagem ao lado);</a:t>
            </a:r>
          </a:p>
          <a:p>
            <a:r>
              <a:rPr lang="pt-BR">
                <a:solidFill>
                  <a:schemeClr val="tx1"/>
                </a:solidFill>
              </a:rPr>
              <a:t>Utilize switch-case para verificar qual a opção selecionada, e realizar a respectiva operação matemática.</a:t>
            </a:r>
          </a:p>
          <a:p>
            <a:r>
              <a:rPr lang="pt-BR">
                <a:solidFill>
                  <a:schemeClr val="tx1"/>
                </a:solidFill>
              </a:rPr>
              <a:t>O resultado da operação deve aparecer no campo “Resultado”</a:t>
            </a:r>
          </a:p>
          <a:p>
            <a:pPr marL="0" indent="0">
              <a:buNone/>
            </a:pPr>
            <a:endParaRPr lang="pt-BR">
              <a:solidFill>
                <a:schemeClr val="tx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55FC71C-6E36-79E4-C174-4FCAE3B5C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437" y="2246412"/>
            <a:ext cx="4672212" cy="299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257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4D328-E3B5-58F7-07A5-C93CE9BA5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MANIPULAÇÃO DE ERROS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0068B9-23AD-9F74-E0F7-B0B54F89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– catch –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endParaRPr lang="pt-B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dirty="0"/>
              <a:t> </a:t>
            </a:r>
          </a:p>
          <a:p>
            <a:r>
              <a:rPr lang="pt-BR" dirty="0"/>
              <a:t>A declaração </a:t>
            </a:r>
            <a:r>
              <a:rPr lang="pt-BR" b="1" i="1" dirty="0" err="1"/>
              <a:t>try</a:t>
            </a:r>
            <a:r>
              <a:rPr lang="pt-BR" b="1" i="1" dirty="0"/>
              <a:t> – catch</a:t>
            </a:r>
            <a:r>
              <a:rPr lang="pt-BR" dirty="0"/>
              <a:t> avalia o bloco de operações dentro o </a:t>
            </a:r>
            <a:r>
              <a:rPr lang="pt-BR" b="1" i="1" dirty="0" err="1"/>
              <a:t>try</a:t>
            </a:r>
            <a:r>
              <a:rPr lang="pt-BR" dirty="0"/>
              <a:t> e verifica se um exceção (erro) é lançada nos blocos </a:t>
            </a:r>
            <a:r>
              <a:rPr lang="pt-BR" b="1" i="1" dirty="0"/>
              <a:t>catch</a:t>
            </a:r>
            <a:r>
              <a:rPr lang="pt-BR" dirty="0"/>
              <a:t>.</a:t>
            </a:r>
          </a:p>
          <a:p>
            <a:r>
              <a:rPr lang="pt-BR" dirty="0"/>
              <a:t>Já o bloco </a:t>
            </a:r>
            <a:r>
              <a:rPr lang="pt-BR" b="1" i="1" dirty="0" err="1"/>
              <a:t>finally</a:t>
            </a:r>
            <a:r>
              <a:rPr lang="pt-BR" dirty="0"/>
              <a:t>, caso exista, é sempre executado após a avaliação das operações e dos blocos catch.</a:t>
            </a:r>
          </a:p>
          <a:p>
            <a:r>
              <a:rPr lang="pt-BR" dirty="0"/>
              <a:t>O bloco </a:t>
            </a:r>
            <a:r>
              <a:rPr lang="pt-BR" b="1" i="1" dirty="0" err="1"/>
              <a:t>finally</a:t>
            </a:r>
            <a:r>
              <a:rPr lang="pt-BR" dirty="0"/>
              <a:t> é executado independente de existir ou não uma exceção. </a:t>
            </a:r>
          </a:p>
        </p:txBody>
      </p:sp>
    </p:spTree>
    <p:extLst>
      <p:ext uri="{BB962C8B-B14F-4D97-AF65-F5344CB8AC3E}">
        <p14:creationId xmlns:p14="http://schemas.microsoft.com/office/powerpoint/2010/main" val="2854213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A59E7-CA71-687A-15B1-183B17C99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03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558814-314F-09B9-34D2-3098200F7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Crie um script que execute uma função inexistente, e verifique no console do navegador o que acontece.</a:t>
            </a:r>
          </a:p>
          <a:p>
            <a:r>
              <a:rPr lang="pt-BR" dirty="0"/>
              <a:t>Depois, execute essa mesma função inexistente dentro de um bloco </a:t>
            </a:r>
            <a:r>
              <a:rPr lang="pt-BR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pt-BR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– catch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2730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4312155-9666-56AF-4FC3-F3EFAF49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Laços DE REPETIÇÃO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88B4750-CADD-615B-2DB0-FE23DC6F9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3530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4AFC8F3-442B-3D0E-DE86-E79DDDD66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LAÇOS DE REPETIÇÃO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BA3682E-09B2-754B-3BE5-31C12AE8E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874517"/>
            <a:ext cx="10178322" cy="3986980"/>
          </a:xfrm>
        </p:spPr>
        <p:txBody>
          <a:bodyPr>
            <a:normAutofit/>
          </a:bodyPr>
          <a:lstStyle/>
          <a:p>
            <a:r>
              <a:rPr lang="pt-BR" dirty="0"/>
              <a:t>Existem várias formas diferentes de laços, mas eles essencialmente fazem a mesma coisa: repetir uma ação múltiplas vezes;</a:t>
            </a:r>
          </a:p>
          <a:p>
            <a:endParaRPr lang="pt-BR" dirty="0"/>
          </a:p>
          <a:p>
            <a:r>
              <a:rPr lang="pt-BR" dirty="0"/>
              <a:t>Os principais tipos de laços são:</a:t>
            </a:r>
          </a:p>
          <a:p>
            <a:endParaRPr lang="pt-BR" dirty="0"/>
          </a:p>
          <a:p>
            <a:pPr lvl="1"/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</a:p>
          <a:p>
            <a:pPr lvl="1"/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do /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endParaRPr lang="pt-B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endParaRPr lang="pt-B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</a:p>
          <a:p>
            <a:pPr lvl="1"/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</a:p>
        </p:txBody>
      </p:sp>
    </p:spTree>
    <p:extLst>
      <p:ext uri="{BB962C8B-B14F-4D97-AF65-F5344CB8AC3E}">
        <p14:creationId xmlns:p14="http://schemas.microsoft.com/office/powerpoint/2010/main" val="2207843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E2E7F6-7FE1-548A-9072-6DD78ADAE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Laços de repetição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EDBE4E-F01B-CF04-4B0F-42D690E1E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i="1" dirty="0"/>
              <a:t>for</a:t>
            </a:r>
          </a:p>
          <a:p>
            <a:r>
              <a:rPr lang="pt-BR" dirty="0"/>
              <a:t>Um laço </a:t>
            </a:r>
            <a:r>
              <a:rPr lang="pt-BR" b="1" i="1" dirty="0"/>
              <a:t>for </a:t>
            </a:r>
            <a:r>
              <a:rPr lang="pt-BR" dirty="0"/>
              <a:t>é repetido até que a condição especificada seja falsa.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217E6EE-CDEF-8336-900F-37F62241C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991" y="3429000"/>
            <a:ext cx="7232017" cy="92916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F1624DC-1FE2-7CEE-71AC-D038E6297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669" y="4952334"/>
            <a:ext cx="6226340" cy="157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08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E2E7F6-7FE1-548A-9072-6DD78ADAE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Laços de repetição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EDBE4E-F01B-CF04-4B0F-42D690E1E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i="1" dirty="0"/>
              <a:t>do - </a:t>
            </a:r>
            <a:r>
              <a:rPr lang="pt-BR" b="1" i="1" dirty="0" err="1"/>
              <a:t>while</a:t>
            </a:r>
            <a:endParaRPr lang="pt-BR" b="1" i="1" dirty="0"/>
          </a:p>
          <a:p>
            <a:r>
              <a:rPr lang="pt-BR" dirty="0"/>
              <a:t>A instrução </a:t>
            </a:r>
            <a:r>
              <a:rPr lang="pt-BR" dirty="0">
                <a:hlinkClick r:id="rId2"/>
              </a:rPr>
              <a:t>do...</a:t>
            </a:r>
            <a:r>
              <a:rPr lang="pt-BR" dirty="0" err="1">
                <a:hlinkClick r:id="rId2"/>
              </a:rPr>
              <a:t>while</a:t>
            </a:r>
            <a:r>
              <a:rPr lang="pt-BR" dirty="0"/>
              <a:t> repetirá até que a condição especificada seja falsa.</a:t>
            </a:r>
          </a:p>
          <a:p>
            <a:r>
              <a:rPr lang="pt-BR" dirty="0"/>
              <a:t>Neste laço, o bloco de instruções será executado pelo menos uma vez.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CECA8D4-2BEB-9424-08C1-40BE05C97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857" y="4004140"/>
            <a:ext cx="2844285" cy="20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295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E2E7F6-7FE1-548A-9072-6DD78ADAE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>
            <a:normAutofit/>
          </a:bodyPr>
          <a:lstStyle/>
          <a:p>
            <a:r>
              <a:rPr lang="pt-BR" dirty="0"/>
              <a:t>Laços de repetição</a:t>
            </a: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CBA85B1C-8413-4C7D-98D0-7956747EA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EDBE4E-F01B-CF04-4B0F-42D690E1E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6015897" cy="3593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i="1" dirty="0" err="1"/>
              <a:t>while</a:t>
            </a:r>
            <a:endParaRPr lang="pt-BR" b="1" i="1" dirty="0"/>
          </a:p>
          <a:p>
            <a:r>
              <a:rPr lang="pt-BR" dirty="0"/>
              <a:t>Uma declaração </a:t>
            </a:r>
            <a:r>
              <a:rPr lang="pt-BR" dirty="0" err="1">
                <a:hlinkClick r:id="rId2"/>
              </a:rPr>
              <a:t>while</a:t>
            </a:r>
            <a:r>
              <a:rPr lang="pt-BR" dirty="0"/>
              <a:t> executa suas instruções, desde que uma condição especificada seja avaliada como verdadeira;</a:t>
            </a:r>
          </a:p>
          <a:p>
            <a:r>
              <a:rPr lang="pt-BR" dirty="0"/>
              <a:t>O teste da condição ocorre antes que o laço seja executado. Se a condição for verdadeira, o laço executará e testará a condição novamente. Se a condição for falsa o laço termina e passa o controle para as instruções após o laço.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49C214-D583-4DF7-88CA-1EE5EA0DD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F6FAE4F-8193-8834-465B-F25E048F7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924" y="2699368"/>
            <a:ext cx="2668405" cy="295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69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617F3-F5C8-B7F5-1E27-99D849C3E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>
            <a:normAutofit/>
          </a:bodyPr>
          <a:lstStyle/>
          <a:p>
            <a:r>
              <a:rPr lang="pt-BR" sz="4400"/>
              <a:t>LAÇOS DE REPETIÇÃO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9DC26F-B2B3-4BA8-C6B5-17BB358A5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4363595" cy="3593591"/>
          </a:xfrm>
        </p:spPr>
        <p:txBody>
          <a:bodyPr>
            <a:normAutofit/>
          </a:bodyPr>
          <a:lstStyle/>
          <a:p>
            <a:r>
              <a:rPr lang="pt-BR" dirty="0"/>
              <a:t>O comando </a:t>
            </a:r>
            <a:r>
              <a:rPr lang="pt-BR" b="1" i="1" dirty="0"/>
              <a:t>break</a:t>
            </a:r>
            <a:r>
              <a:rPr lang="pt-BR" dirty="0"/>
              <a:t> serve para interromper um laço de repetição, ou um switch, em determinados casos;</a:t>
            </a:r>
          </a:p>
          <a:p>
            <a:r>
              <a:rPr lang="pt-BR" dirty="0"/>
              <a:t>O comando </a:t>
            </a:r>
            <a:r>
              <a:rPr lang="pt-BR" b="1" i="1" dirty="0"/>
              <a:t>continue</a:t>
            </a:r>
            <a:r>
              <a:rPr lang="pt-BR" dirty="0"/>
              <a:t> serve para interromper um laço de repetição, ou um switch, em determinados casos;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259ACF8-545D-ECB8-50E1-06D6945A1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949" y="3104251"/>
            <a:ext cx="2290916" cy="345578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1842C78-66DD-4762-8A82-4C79C2E04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771" y="297960"/>
            <a:ext cx="5176744" cy="244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068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711540-B2B2-6010-1FFC-FCC6396F1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04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0734BA-3E3D-4B56-EEA3-D0CAA6E77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Faça um programa que receba dois números inteiros e gere os números inteiros que estão no intervalo compreendido por eles.</a:t>
            </a:r>
          </a:p>
          <a:p>
            <a:endParaRPr lang="pt-BR" dirty="0"/>
          </a:p>
          <a:p>
            <a:r>
              <a:rPr lang="pt-BR" dirty="0"/>
              <a:t>Depois de concluir o exercício acima, altere o programa para mostrar no final a soma dos números.</a:t>
            </a:r>
          </a:p>
          <a:p>
            <a:endParaRPr lang="pt-BR" dirty="0"/>
          </a:p>
          <a:p>
            <a:r>
              <a:rPr lang="pt-BR" dirty="0"/>
              <a:t>Faça este exercício usando campos input em </a:t>
            </a:r>
            <a:r>
              <a:rPr lang="pt-BR" dirty="0" err="1"/>
              <a:t>html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23522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BE895C-E5DD-59AB-FB32-BC82C9927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05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936731-683F-4865-C91F-575F8BBE5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Desenvolva um programa que, dado um número de início e um número de fim, realize o somatório de todos os números pares entre eles.</a:t>
            </a:r>
          </a:p>
          <a:p>
            <a:endParaRPr lang="pt-BR" dirty="0"/>
          </a:p>
          <a:p>
            <a:r>
              <a:rPr lang="pt-BR" dirty="0"/>
              <a:t>Além disso, o programa deverá ser finalizado quando o somatório atingir o valor 40.</a:t>
            </a:r>
          </a:p>
          <a:p>
            <a:endParaRPr lang="pt-BR" dirty="0"/>
          </a:p>
          <a:p>
            <a:r>
              <a:rPr lang="pt-BR" dirty="0"/>
              <a:t>Dica: utilize os comandos BREAK e CONTINUE dentro do loop.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07724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E78DA3-13AC-1C0C-A0C0-C57E62E0F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05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F3481F-2090-9B4A-2866-A105E13CC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15845"/>
            <a:ext cx="10178322" cy="4965290"/>
          </a:xfrm>
        </p:spPr>
        <p:txBody>
          <a:bodyPr>
            <a:normAutofit/>
          </a:bodyPr>
          <a:lstStyle/>
          <a:p>
            <a:r>
              <a:rPr lang="pt-BR" dirty="0"/>
              <a:t>Crie uma página contendo um campo para digitar uma frase qualquer.</a:t>
            </a:r>
          </a:p>
          <a:p>
            <a:r>
              <a:rPr lang="pt-BR" dirty="0"/>
              <a:t>A página deverá conter um botão, que quando acionado, deverá fazer com que a frase apareça na tela de maneira gradual, letra por letra.</a:t>
            </a:r>
          </a:p>
          <a:p>
            <a:r>
              <a:rPr lang="pt-BR" dirty="0"/>
              <a:t>DICA: você precisará criar um </a:t>
            </a:r>
            <a:r>
              <a:rPr lang="pt-BR" dirty="0" err="1"/>
              <a:t>await</a:t>
            </a:r>
            <a:r>
              <a:rPr lang="pt-BR" dirty="0"/>
              <a:t> e uma função timer, para que as letras apareçam lentamente dentro do loop.</a:t>
            </a:r>
          </a:p>
          <a:p>
            <a:endParaRPr lang="pt-BR" dirty="0"/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 marL="0" indent="0">
              <a:buNone/>
            </a:pP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pt-B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36073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F356AFE-7A56-0BB1-CD16-475E8C3DB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8BDA918-B6FA-D2A2-56B0-B43E419E6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54638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FB8CC1-FDF3-351B-0E1B-7D379E7ED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87BA849-554D-E82E-9631-1395CA000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Funções são blocos de construção fundamentais em </a:t>
            </a:r>
            <a:r>
              <a:rPr lang="pt-BR" dirty="0" err="1"/>
              <a:t>JavaScript</a:t>
            </a:r>
            <a:r>
              <a:rPr lang="pt-BR" dirty="0"/>
              <a:t>. </a:t>
            </a:r>
          </a:p>
          <a:p>
            <a:endParaRPr lang="pt-BR" dirty="0"/>
          </a:p>
          <a:p>
            <a:r>
              <a:rPr lang="pt-BR" dirty="0"/>
              <a:t>Uma função é um conjunto de instruções que realizam uma tarefa específica.</a:t>
            </a:r>
          </a:p>
          <a:p>
            <a:endParaRPr lang="pt-BR" dirty="0"/>
          </a:p>
          <a:p>
            <a:r>
              <a:rPr lang="pt-BR" dirty="0"/>
              <a:t>Geralmente as funções são projetadas para serem usadas diversas vezes durante o mesmo programa.</a:t>
            </a:r>
          </a:p>
          <a:p>
            <a:endParaRPr lang="pt-BR" dirty="0"/>
          </a:p>
          <a:p>
            <a:r>
              <a:rPr lang="pt-BR" dirty="0"/>
              <a:t>Isto evita que o código da tarefa específica precise ser repetido.</a:t>
            </a:r>
          </a:p>
        </p:txBody>
      </p:sp>
    </p:spTree>
    <p:extLst>
      <p:ext uri="{BB962C8B-B14F-4D97-AF65-F5344CB8AC3E}">
        <p14:creationId xmlns:p14="http://schemas.microsoft.com/office/powerpoint/2010/main" val="8253272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7FF1DF-9C85-F96E-F478-468D25E4E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BDA826-5BE5-DFE6-2FAC-7BFA4A4EA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qualquer linguagem de programação, as funções permitem que o programador especifique valores de entrada (também chamados de </a:t>
            </a:r>
            <a:r>
              <a:rPr lang="pt-BR" b="1" i="1" dirty="0"/>
              <a:t>parâmetros</a:t>
            </a:r>
            <a:r>
              <a:rPr lang="pt-BR" dirty="0"/>
              <a:t>) e valores de retorno (ou </a:t>
            </a:r>
            <a:r>
              <a:rPr lang="pt-BR" b="1" i="1" dirty="0"/>
              <a:t>saída</a:t>
            </a:r>
            <a:r>
              <a:rPr lang="pt-BR" dirty="0"/>
              <a:t>).</a:t>
            </a:r>
          </a:p>
          <a:p>
            <a:r>
              <a:rPr lang="pt-BR" dirty="0"/>
              <a:t>Nem todas as funções possuem parâmetros e saídas. Às vezes elas apenas executam um conjunto de instruções que alteram o sistema de forma genérica.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21890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205254-899D-798A-CDE5-76F6E0AE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FA7312-7A2E-6B2E-E9F7-0A9C123C0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 definição de funções (ou </a:t>
            </a:r>
            <a:r>
              <a:rPr lang="pt-BR" b="1" dirty="0"/>
              <a:t>declaração de função</a:t>
            </a:r>
            <a:r>
              <a:rPr lang="pt-BR" dirty="0"/>
              <a:t>) consiste no uso da palavra chave </a:t>
            </a:r>
            <a:r>
              <a:rPr lang="pt-BR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pt-BR" dirty="0"/>
              <a:t> seguida por: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Nome da função</a:t>
            </a:r>
          </a:p>
          <a:p>
            <a:r>
              <a:rPr lang="pt-BR" dirty="0"/>
              <a:t>Lista de </a:t>
            </a:r>
            <a:r>
              <a:rPr lang="pt-BR" b="1" i="1" dirty="0"/>
              <a:t>argumentos</a:t>
            </a:r>
            <a:r>
              <a:rPr lang="pt-BR" dirty="0"/>
              <a:t> (ou parâmetros, ou entradas)</a:t>
            </a:r>
          </a:p>
          <a:p>
            <a:r>
              <a:rPr lang="pt-BR" dirty="0"/>
              <a:t>Bloco de comandos Javascript delimitado por chaves – { }</a:t>
            </a:r>
          </a:p>
          <a:p>
            <a:r>
              <a:rPr lang="pt-BR" dirty="0"/>
              <a:t>Para retornar valores de saída para fora do escopo da função, usamos o comando </a:t>
            </a:r>
            <a:r>
              <a:rPr lang="pt-BR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52933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205254-899D-798A-CDE5-76F6E0AE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F7BA02E-715C-7173-069D-019481722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182" y="1936868"/>
            <a:ext cx="3994564" cy="149213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4F839D2-A266-7F3B-D371-A785DB405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182" y="3897005"/>
            <a:ext cx="6456599" cy="542286"/>
          </a:xfrm>
          <a:prstGeom prst="rect">
            <a:avLst/>
          </a:prstGeom>
        </p:spPr>
      </p:pic>
      <p:sp>
        <p:nvSpPr>
          <p:cNvPr id="10" name="Seta: para a Esquerda 9">
            <a:extLst>
              <a:ext uri="{FF2B5EF4-FFF2-40B4-BE49-F238E27FC236}">
                <a16:creationId xmlns:a16="http://schemas.microsoft.com/office/drawing/2014/main" id="{00CBDDA4-FFC5-BB05-9192-3018DBA9B02D}"/>
              </a:ext>
            </a:extLst>
          </p:cNvPr>
          <p:cNvSpPr/>
          <p:nvPr/>
        </p:nvSpPr>
        <p:spPr>
          <a:xfrm>
            <a:off x="6096000" y="2094271"/>
            <a:ext cx="1160206" cy="54228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33B7E0D-C5D6-C371-CD33-9CA47A4B7A39}"/>
              </a:ext>
            </a:extLst>
          </p:cNvPr>
          <p:cNvSpPr txBox="1"/>
          <p:nvPr/>
        </p:nvSpPr>
        <p:spPr>
          <a:xfrm>
            <a:off x="7712460" y="1949915"/>
            <a:ext cx="3417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Aqui temos a declaração da função.</a:t>
            </a:r>
          </a:p>
        </p:txBody>
      </p:sp>
      <p:sp>
        <p:nvSpPr>
          <p:cNvPr id="13" name="Seta: para a Esquerda 12">
            <a:extLst>
              <a:ext uri="{FF2B5EF4-FFF2-40B4-BE49-F238E27FC236}">
                <a16:creationId xmlns:a16="http://schemas.microsoft.com/office/drawing/2014/main" id="{80384719-BA88-AA77-87AF-C6E3FD4D4F98}"/>
              </a:ext>
            </a:extLst>
          </p:cNvPr>
          <p:cNvSpPr/>
          <p:nvPr/>
        </p:nvSpPr>
        <p:spPr>
          <a:xfrm rot="5400000">
            <a:off x="3505200" y="5013098"/>
            <a:ext cx="1160206" cy="54228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76AFD18-4716-2E68-6F77-3CFB784C1AB7}"/>
              </a:ext>
            </a:extLst>
          </p:cNvPr>
          <p:cNvSpPr txBox="1"/>
          <p:nvPr/>
        </p:nvSpPr>
        <p:spPr>
          <a:xfrm>
            <a:off x="4777531" y="5035989"/>
            <a:ext cx="37470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Aqui a função está sendo chamada.</a:t>
            </a:r>
          </a:p>
        </p:txBody>
      </p:sp>
    </p:spTree>
    <p:extLst>
      <p:ext uri="{BB962C8B-B14F-4D97-AF65-F5344CB8AC3E}">
        <p14:creationId xmlns:p14="http://schemas.microsoft.com/office/powerpoint/2010/main" val="29225582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5DD5DF-CC64-E9C6-69A6-3E81B7AFA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19758F-9953-1E94-11F6-63DF11283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As variáveis definidas no interior de uma função não podem ser acessadas de nenhum lugar fora da função, </a:t>
            </a:r>
            <a:r>
              <a:rPr lang="pt-BR" b="1" i="1" dirty="0"/>
              <a:t>porque a variável está definida apenas no escopo da função</a:t>
            </a:r>
            <a:r>
              <a:rPr lang="pt-BR" dirty="0"/>
              <a:t>. </a:t>
            </a:r>
          </a:p>
          <a:p>
            <a:r>
              <a:rPr lang="pt-BR" dirty="0"/>
              <a:t>No entanto, </a:t>
            </a:r>
            <a:r>
              <a:rPr lang="pt-BR" b="1" i="1" dirty="0"/>
              <a:t>uma função pode acessar todas variáveis e funções definidos fora do escopo onde ela está definida</a:t>
            </a:r>
            <a:r>
              <a:rPr lang="pt-BR" dirty="0"/>
              <a:t>. 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Ou seja:</a:t>
            </a:r>
          </a:p>
          <a:p>
            <a:r>
              <a:rPr lang="pt-BR" dirty="0"/>
              <a:t>Uma função definida no escopo global pode acessar todas as variáveis definidas no escopo global. </a:t>
            </a:r>
          </a:p>
          <a:p>
            <a:r>
              <a:rPr lang="pt-BR" dirty="0"/>
              <a:t>Uma função definida dentro de outra função também pode acessar todas as variáveis definidas na função hospedeira e outras variáveis ao qual a função hospedeira tem acesso.</a:t>
            </a:r>
          </a:p>
        </p:txBody>
      </p:sp>
    </p:spTree>
    <p:extLst>
      <p:ext uri="{BB962C8B-B14F-4D97-AF65-F5344CB8AC3E}">
        <p14:creationId xmlns:p14="http://schemas.microsoft.com/office/powerpoint/2010/main" val="9937047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1AB146BD-CFBA-01E0-8A16-B6807649A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671" y="0"/>
            <a:ext cx="65482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6339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704EF-B94F-8785-2203-3E8873A3C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06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8E7517-7A2F-9AD1-992E-510C7C0C5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Crie uma função para realizar as quatro operações básicas da matemática (soma, subtração, multiplicação e divisão).</a:t>
            </a:r>
          </a:p>
          <a:p>
            <a:r>
              <a:rPr lang="pt-BR" dirty="0"/>
              <a:t>A função deve receber como parâmetros: operando 1, operando 2 e o operador que pode ser +, -, * ou /</a:t>
            </a:r>
          </a:p>
          <a:p>
            <a:r>
              <a:rPr lang="pt-BR" dirty="0"/>
              <a:t>Realize lançamentos de erros com o comando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throw</a:t>
            </a:r>
            <a:r>
              <a:rPr lang="pt-BR" dirty="0"/>
              <a:t>, caso o resultado não seja um número (</a:t>
            </a:r>
            <a:r>
              <a:rPr lang="pt-BR" dirty="0" err="1"/>
              <a:t>NaN</a:t>
            </a:r>
            <a:r>
              <a:rPr lang="pt-BR" dirty="0"/>
              <a:t>) ou caso o operador passado na entrada não seja uma das opções +, -, * ou /</a:t>
            </a:r>
          </a:p>
          <a:p>
            <a:r>
              <a:rPr lang="pt-BR" dirty="0"/>
              <a:t>Na chamada da função, utilize o bloco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– catch</a:t>
            </a:r>
            <a:r>
              <a:rPr lang="pt-BR" dirty="0"/>
              <a:t> para recuperar possíveis erros.</a:t>
            </a:r>
          </a:p>
        </p:txBody>
      </p:sp>
    </p:spTree>
    <p:extLst>
      <p:ext uri="{BB962C8B-B14F-4D97-AF65-F5344CB8AC3E}">
        <p14:creationId xmlns:p14="http://schemas.microsoft.com/office/powerpoint/2010/main" val="14714163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D8553-63E6-9D58-2847-214A9639F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07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5B423F-F734-AB42-3270-5B4CFDAA7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Monte um </a:t>
            </a:r>
            <a:r>
              <a:rPr lang="pt-BR" dirty="0" err="1"/>
              <a:t>html</a:t>
            </a:r>
            <a:r>
              <a:rPr lang="pt-BR" dirty="0"/>
              <a:t> com fundo branco e um parágrafo com letras pretas (você precisará usar CSS).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Insira um botão para alternar a página para o modo escuro, ou seja, fundo preto com letras brancas.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No </a:t>
            </a:r>
            <a:r>
              <a:rPr lang="pt-BR" dirty="0" err="1"/>
              <a:t>html</a:t>
            </a:r>
            <a:r>
              <a:rPr lang="pt-BR" dirty="0"/>
              <a:t>, você deve inserir o comando abaixo para criar um botão:</a:t>
            </a:r>
          </a:p>
          <a:p>
            <a:pPr marL="0" indent="0">
              <a:buNone/>
            </a:pPr>
            <a:r>
              <a:rPr lang="pt-BR" b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t-BR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button</a:t>
            </a:r>
            <a:r>
              <a:rPr lang="pt-BR" b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pt-BR" b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=“</a:t>
            </a:r>
            <a:r>
              <a:rPr lang="pt-BR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nome_da_function</a:t>
            </a:r>
            <a:r>
              <a:rPr lang="pt-BR" b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()”&gt;</a:t>
            </a:r>
            <a:r>
              <a:rPr lang="pt-BR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Modo Escuro</a:t>
            </a:r>
            <a:r>
              <a:rPr lang="pt-BR" b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pt-BR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button</a:t>
            </a:r>
            <a:r>
              <a:rPr lang="pt-BR" b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No seu Javascript, crie uma função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nome_da_function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t-BR" dirty="0"/>
              <a:t> para realizar a ação.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34768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06E2A7-B3AD-E502-21EA-5315C96C7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ARROW FUNCTION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568615-58CA-5272-9B0F-BD68CC186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Outra maneira de criar funções em Javascript</a:t>
            </a:r>
          </a:p>
          <a:p>
            <a:r>
              <a:rPr lang="pt-BR" dirty="0"/>
              <a:t>Muito utilizado em frameworks como Angular e </a:t>
            </a:r>
            <a:r>
              <a:rPr lang="pt-BR" dirty="0" err="1"/>
              <a:t>React</a:t>
            </a:r>
            <a:endParaRPr lang="pt-BR" dirty="0"/>
          </a:p>
          <a:p>
            <a:endParaRPr lang="pt-BR" dirty="0"/>
          </a:p>
          <a:p>
            <a:r>
              <a:rPr lang="pt-BR" dirty="0"/>
              <a:t>Sintaxe:</a:t>
            </a:r>
          </a:p>
          <a:p>
            <a:pPr marL="0" indent="0">
              <a:buNone/>
            </a:pPr>
            <a:r>
              <a:rPr lang="pt-B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pt-B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funcaoTeste</a:t>
            </a:r>
            <a:r>
              <a:rPr lang="pt-B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 ) =&gt; {</a:t>
            </a:r>
          </a:p>
          <a:p>
            <a:pPr marL="457200" lvl="1" indent="0">
              <a:buNone/>
            </a:pP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		Console.log(“Testando Arrow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”); </a:t>
            </a:r>
          </a:p>
          <a:p>
            <a:pPr marL="457200" lvl="1" indent="0">
              <a:buNone/>
            </a:pP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	};</a:t>
            </a:r>
          </a:p>
          <a:p>
            <a:pPr marL="457200" lvl="1" indent="0">
              <a:buNone/>
            </a:pPr>
            <a:endParaRPr lang="pt-B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funcaoTeste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0751446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06E2A7-B3AD-E502-21EA-5315C96C7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ARROW FUNCTION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568615-58CA-5272-9B0F-BD68CC186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32155"/>
            <a:ext cx="9386825" cy="4247437"/>
          </a:xfrm>
        </p:spPr>
        <p:txBody>
          <a:bodyPr>
            <a:normAutofit/>
          </a:bodyPr>
          <a:lstStyle/>
          <a:p>
            <a:r>
              <a:rPr lang="pt-BR" sz="2600" dirty="0"/>
              <a:t>Também é possível passar parâmetros para uma </a:t>
            </a:r>
            <a:r>
              <a:rPr lang="pt-BR" sz="2600" b="1" i="1" dirty="0" err="1"/>
              <a:t>arrow</a:t>
            </a:r>
            <a:r>
              <a:rPr lang="pt-BR" sz="2600" b="1" i="1" dirty="0"/>
              <a:t> </a:t>
            </a:r>
            <a:r>
              <a:rPr lang="pt-BR" sz="2600" b="1" i="1" dirty="0" err="1"/>
              <a:t>function</a:t>
            </a:r>
            <a:endParaRPr lang="pt-BR" sz="2600" b="1" i="1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multiplica = (a, b) =&gt; {</a:t>
            </a:r>
          </a:p>
          <a:p>
            <a:pPr marL="457200" lvl="1" indent="0">
              <a:buNone/>
            </a:pP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Console.log(“Multiplicação”);</a:t>
            </a:r>
          </a:p>
          <a:p>
            <a:pPr marL="457200" lvl="1" indent="0">
              <a:buNone/>
            </a:pP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pt-B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 * b; </a:t>
            </a:r>
          </a:p>
          <a:p>
            <a:pPr marL="457200" lvl="1" indent="0">
              <a:buNone/>
            </a:pP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};</a:t>
            </a:r>
          </a:p>
          <a:p>
            <a:pPr marL="457200" lvl="1" indent="0">
              <a:buNone/>
            </a:pPr>
            <a:endParaRPr lang="pt-BR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quadrado(3);</a:t>
            </a:r>
          </a:p>
        </p:txBody>
      </p:sp>
    </p:spTree>
    <p:extLst>
      <p:ext uri="{BB962C8B-B14F-4D97-AF65-F5344CB8AC3E}">
        <p14:creationId xmlns:p14="http://schemas.microsoft.com/office/powerpoint/2010/main" val="15197531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35932-BC44-5B5E-A6BB-20ACF8C5C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876721-CB36-2537-2BB0-02F678829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ARROW FUNCTION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A9BE77-548B-07E8-A668-50B9EECFB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32155"/>
            <a:ext cx="9386825" cy="4247437"/>
          </a:xfrm>
        </p:spPr>
        <p:txBody>
          <a:bodyPr>
            <a:normAutofit lnSpcReduction="10000"/>
          </a:bodyPr>
          <a:lstStyle/>
          <a:p>
            <a:r>
              <a:rPr lang="pt-BR" sz="2600" dirty="0"/>
              <a:t>Caso tenha apenas um parâmetro, os parênteses são opcionais na  </a:t>
            </a:r>
            <a:r>
              <a:rPr lang="pt-BR" sz="2600" b="1" i="1" dirty="0" err="1"/>
              <a:t>arrow</a:t>
            </a:r>
            <a:r>
              <a:rPr lang="pt-BR" sz="2600" b="1" i="1" dirty="0"/>
              <a:t> </a:t>
            </a:r>
            <a:r>
              <a:rPr lang="pt-BR" sz="2600" b="1" i="1" dirty="0" err="1"/>
              <a:t>function</a:t>
            </a:r>
            <a:endParaRPr lang="pt-BR" sz="2600" b="1" i="1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quadrado = x =&gt; {</a:t>
            </a:r>
          </a:p>
          <a:p>
            <a:pPr marL="457200" lvl="1" indent="0">
              <a:buNone/>
            </a:pP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Console.log(“X ao quadrado”);</a:t>
            </a:r>
          </a:p>
          <a:p>
            <a:pPr marL="457200" lvl="1" indent="0">
              <a:buNone/>
            </a:pP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pt-B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x * x; </a:t>
            </a:r>
          </a:p>
          <a:p>
            <a:pPr marL="457200" lvl="1" indent="0">
              <a:buNone/>
            </a:pP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};</a:t>
            </a:r>
          </a:p>
          <a:p>
            <a:pPr marL="457200" lvl="1" indent="0">
              <a:buNone/>
            </a:pPr>
            <a:endParaRPr lang="pt-BR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quadrado(3);</a:t>
            </a:r>
          </a:p>
        </p:txBody>
      </p:sp>
    </p:spTree>
    <p:extLst>
      <p:ext uri="{BB962C8B-B14F-4D97-AF65-F5344CB8AC3E}">
        <p14:creationId xmlns:p14="http://schemas.microsoft.com/office/powerpoint/2010/main" val="26899789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42934-FCFA-01A7-FD31-A2C6F6D86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9D1169-D3A7-8C04-8453-350496B24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ARROW FUNCTION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E45FC4-0268-5447-ED14-2EBF45CB5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32155"/>
            <a:ext cx="9386825" cy="4247437"/>
          </a:xfrm>
        </p:spPr>
        <p:txBody>
          <a:bodyPr>
            <a:normAutofit lnSpcReduction="10000"/>
          </a:bodyPr>
          <a:lstStyle/>
          <a:p>
            <a:r>
              <a:rPr lang="pt-BR" sz="2600" dirty="0"/>
              <a:t>Caso não possua </a:t>
            </a:r>
            <a:r>
              <a:rPr lang="pt-BR" sz="2600" b="1" dirty="0"/>
              <a:t>nenhum</a:t>
            </a:r>
            <a:r>
              <a:rPr lang="pt-BR" sz="2600" dirty="0"/>
              <a:t> parâmetro, os parênteses são obrigatórios, sem nada dentro:</a:t>
            </a:r>
            <a:endParaRPr lang="pt-BR" sz="2600" b="1" i="1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pi = () =&gt; {</a:t>
            </a:r>
          </a:p>
          <a:p>
            <a:pPr marL="457200" lvl="1" indent="0">
              <a:buNone/>
            </a:pP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Console.log(“Valor de Pi”);</a:t>
            </a:r>
          </a:p>
          <a:p>
            <a:pPr marL="457200" lvl="1" indent="0">
              <a:buNone/>
            </a:pP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pt-B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3.14; </a:t>
            </a:r>
          </a:p>
          <a:p>
            <a:pPr marL="457200" lvl="1" indent="0">
              <a:buNone/>
            </a:pP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};</a:t>
            </a:r>
          </a:p>
          <a:p>
            <a:pPr marL="457200" lvl="1" indent="0">
              <a:buNone/>
            </a:pPr>
            <a:endParaRPr lang="pt-BR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quadrado(3);</a:t>
            </a:r>
          </a:p>
        </p:txBody>
      </p:sp>
    </p:spTree>
    <p:extLst>
      <p:ext uri="{BB962C8B-B14F-4D97-AF65-F5344CB8AC3E}">
        <p14:creationId xmlns:p14="http://schemas.microsoft.com/office/powerpoint/2010/main" val="31088403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EFB41-0ACD-16EF-9302-5170AA95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08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57055A-9B72-8DBC-A3F5-DD7213799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Crie um script que faça uso de 2 </a:t>
            </a:r>
            <a:r>
              <a:rPr lang="pt-BR" dirty="0" err="1"/>
              <a:t>arrow</a:t>
            </a:r>
            <a:r>
              <a:rPr lang="pt-BR" dirty="0"/>
              <a:t> </a:t>
            </a:r>
            <a:r>
              <a:rPr lang="pt-BR" dirty="0" err="1"/>
              <a:t>functions</a:t>
            </a:r>
            <a:r>
              <a:rPr lang="pt-BR" dirty="0"/>
              <a:t>;</a:t>
            </a:r>
          </a:p>
          <a:p>
            <a:r>
              <a:rPr lang="pt-BR" dirty="0"/>
              <a:t>A primeira deve ser simples, sem utilização de parâmetros;</a:t>
            </a:r>
          </a:p>
          <a:p>
            <a:r>
              <a:rPr lang="pt-BR" dirty="0"/>
              <a:t>A segunda função deve utilizar pelo menos um parâmetro (Exemplo: Calcular o quadrado de um número inteiro)</a:t>
            </a:r>
          </a:p>
        </p:txBody>
      </p:sp>
    </p:spTree>
    <p:extLst>
      <p:ext uri="{BB962C8B-B14F-4D97-AF65-F5344CB8AC3E}">
        <p14:creationId xmlns:p14="http://schemas.microsoft.com/office/powerpoint/2010/main" val="6563592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07CC0-CD4B-CEDE-E01E-411AEFE2E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ARROW FUNCTION RESUMIDA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C8B7E5-FF82-B2DE-87F3-56E161DB0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Forma ainda mais resumida de se escrever uma Arrow </a:t>
            </a:r>
            <a:r>
              <a:rPr lang="pt-BR" dirty="0" err="1"/>
              <a:t>Function</a:t>
            </a:r>
            <a:r>
              <a:rPr lang="pt-BR" dirty="0"/>
              <a:t>:</a:t>
            </a:r>
          </a:p>
          <a:p>
            <a:endParaRPr lang="pt-BR" dirty="0"/>
          </a:p>
          <a:p>
            <a:r>
              <a:rPr lang="pt-BR" dirty="0"/>
              <a:t>Sintaxe deve possuir </a:t>
            </a:r>
            <a:r>
              <a:rPr lang="pt-BR" b="1" dirty="0"/>
              <a:t>APENAS UMA LINHA</a:t>
            </a:r>
            <a:r>
              <a:rPr lang="pt-BR" dirty="0"/>
              <a:t>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const</a:t>
            </a:r>
            <a:r>
              <a:rPr lang="pt-BR" dirty="0"/>
              <a:t> </a:t>
            </a:r>
            <a:r>
              <a:rPr lang="pt-BR" dirty="0" err="1"/>
              <a:t>quadradoResumido</a:t>
            </a:r>
            <a:r>
              <a:rPr lang="pt-BR" dirty="0"/>
              <a:t> = (n) =&gt; n * n;</a:t>
            </a:r>
          </a:p>
          <a:p>
            <a:pPr marL="0" indent="0">
              <a:buNone/>
            </a:pPr>
            <a:r>
              <a:rPr lang="pt-BR" dirty="0"/>
              <a:t>console.log(</a:t>
            </a:r>
            <a:r>
              <a:rPr lang="pt-BR" dirty="0" err="1"/>
              <a:t>quadradoResumido</a:t>
            </a:r>
            <a:r>
              <a:rPr lang="pt-BR" dirty="0"/>
              <a:t>(3));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Dessa maneira, podemos omitir as chaves de bloco e o comando </a:t>
            </a:r>
            <a:r>
              <a:rPr lang="pt-BR" i="1" dirty="0" err="1"/>
              <a:t>return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97744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643C72-4289-9FA1-81E4-9C6A2C44F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09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1C4063-21D1-17F1-FFF5-E95223E6C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Refaça a função do exercício anterior (quadrado de um número) utilizando a sintaxe resumida de Arrow </a:t>
            </a:r>
            <a:r>
              <a:rPr lang="pt-BR" dirty="0" err="1"/>
              <a:t>Function</a:t>
            </a:r>
            <a:r>
              <a:rPr lang="pt-BR" dirty="0"/>
              <a:t> em apenas uma linha.</a:t>
            </a:r>
          </a:p>
          <a:p>
            <a:endParaRPr lang="pt-BR" dirty="0"/>
          </a:p>
          <a:p>
            <a:r>
              <a:rPr lang="pt-BR" dirty="0"/>
              <a:t>Note que não será possível utilizar as </a:t>
            </a:r>
            <a:r>
              <a:rPr lang="pt-BR" b="1" i="1" dirty="0"/>
              <a:t>chaves</a:t>
            </a:r>
            <a:r>
              <a:rPr lang="pt-BR" dirty="0"/>
              <a:t> e o comando </a:t>
            </a:r>
            <a:r>
              <a:rPr lang="pt-BR" b="1" i="1" dirty="0" err="1"/>
              <a:t>return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12371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D5244-6D85-780F-8C6C-1FCD97144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Document</a:t>
            </a:r>
            <a:r>
              <a:rPr lang="pt-BR" dirty="0"/>
              <a:t> </a:t>
            </a:r>
            <a:r>
              <a:rPr lang="pt-BR" dirty="0" err="1"/>
              <a:t>Object</a:t>
            </a:r>
            <a:r>
              <a:rPr lang="pt-BR" dirty="0"/>
              <a:t> Model - DOM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88DB62-6900-B123-FF75-5B8432018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 err="1"/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11982825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1B3AD7-E295-8E2B-09F1-BC5793769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28B04E-98DB-9D3F-660D-7BD4CF849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O </a:t>
            </a:r>
            <a:r>
              <a:rPr lang="pt-BR" dirty="0" err="1">
                <a:ea typeface="+mn-lt"/>
                <a:cs typeface="+mn-lt"/>
              </a:rPr>
              <a:t>Document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Object</a:t>
            </a:r>
            <a:r>
              <a:rPr lang="pt-BR" dirty="0">
                <a:ea typeface="+mn-lt"/>
                <a:cs typeface="+mn-lt"/>
              </a:rPr>
              <a:t> Model (</a:t>
            </a:r>
            <a:r>
              <a:rPr lang="pt-BR" b="1" dirty="0">
                <a:ea typeface="+mn-lt"/>
                <a:cs typeface="+mn-lt"/>
              </a:rPr>
              <a:t>DOM</a:t>
            </a:r>
            <a:r>
              <a:rPr lang="pt-BR" dirty="0">
                <a:ea typeface="+mn-lt"/>
                <a:cs typeface="+mn-lt"/>
              </a:rPr>
              <a:t>) é uma interface de programação para os documentos HTML e XML.</a:t>
            </a:r>
          </a:p>
          <a:p>
            <a:r>
              <a:rPr lang="pt-BR" dirty="0">
                <a:ea typeface="+mn-lt"/>
                <a:cs typeface="+mn-lt"/>
              </a:rPr>
              <a:t>O DOM representa o documento HTML/XML de forma que os programas possam alterar sua estrutura, estilo e conteúdo.</a:t>
            </a:r>
          </a:p>
          <a:p>
            <a:r>
              <a:rPr lang="pt-BR" dirty="0">
                <a:ea typeface="+mn-lt"/>
                <a:cs typeface="+mn-lt"/>
              </a:rPr>
              <a:t>Uma página da Web é um documento. Este documento pode ser exibido na janela do navegador ou como o código fonte HTML. Contudo, um HTML é o mesmo documento nos dois casos. </a:t>
            </a:r>
          </a:p>
          <a:p>
            <a:r>
              <a:rPr lang="pt-BR" dirty="0">
                <a:ea typeface="+mn-lt"/>
                <a:cs typeface="+mn-lt"/>
              </a:rPr>
              <a:t>O DOM (</a:t>
            </a:r>
            <a:r>
              <a:rPr lang="pt-BR" dirty="0" err="1">
                <a:ea typeface="+mn-lt"/>
                <a:cs typeface="+mn-lt"/>
              </a:rPr>
              <a:t>Document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Object</a:t>
            </a:r>
            <a:r>
              <a:rPr lang="pt-BR" dirty="0">
                <a:ea typeface="+mn-lt"/>
                <a:cs typeface="+mn-lt"/>
              </a:rPr>
              <a:t> Model) representa o mesmo documento para que possa ser manipulado pelo </a:t>
            </a:r>
            <a:r>
              <a:rPr lang="pt-BR" dirty="0" err="1">
                <a:ea typeface="+mn-lt"/>
                <a:cs typeface="+mn-lt"/>
              </a:rPr>
              <a:t>javascript</a:t>
            </a:r>
            <a:r>
              <a:rPr lang="pt-BR" dirty="0">
                <a:ea typeface="+mn-lt"/>
                <a:cs typeface="+mn-lt"/>
              </a:rPr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21395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E48B01-612A-0B2A-F880-C2CEAF51A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02E7C3-0E14-3599-8A2A-1156F409B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872344"/>
            <a:ext cx="10178322" cy="400724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pt-BR" dirty="0">
                <a:ea typeface="+mn-lt"/>
                <a:cs typeface="+mn-lt"/>
              </a:rPr>
              <a:t>O DOM não é uma linguagem de programação, mas sem ela, a linguagem </a:t>
            </a:r>
            <a:r>
              <a:rPr lang="pt-BR" dirty="0" err="1">
                <a:ea typeface="+mn-lt"/>
                <a:cs typeface="+mn-lt"/>
              </a:rPr>
              <a:t>JavaScript</a:t>
            </a:r>
            <a:r>
              <a:rPr lang="pt-BR" dirty="0">
                <a:ea typeface="+mn-lt"/>
                <a:cs typeface="+mn-lt"/>
              </a:rPr>
              <a:t> não teria nenhum modelo ou noção de páginas da web, documentos HTML, documentos XML e suas partes;</a:t>
            </a:r>
          </a:p>
          <a:p>
            <a:r>
              <a:rPr lang="pt-BR" dirty="0">
                <a:ea typeface="+mn-lt"/>
                <a:cs typeface="+mn-lt"/>
              </a:rPr>
              <a:t>O DOM foi projetado para ser independente de qualquer linguagem de programação, disponibilizando a representação estrutural do documento a partir de uma única API consistente. </a:t>
            </a:r>
          </a:p>
          <a:p>
            <a:r>
              <a:rPr lang="pt-BR" dirty="0">
                <a:ea typeface="+mn-lt"/>
                <a:cs typeface="+mn-lt"/>
              </a:rPr>
              <a:t>Embora nosso foco seja </a:t>
            </a:r>
            <a:r>
              <a:rPr lang="pt-BR" dirty="0" err="1">
                <a:ea typeface="+mn-lt"/>
                <a:cs typeface="+mn-lt"/>
              </a:rPr>
              <a:t>JavaScript</a:t>
            </a:r>
            <a:r>
              <a:rPr lang="pt-BR" dirty="0">
                <a:ea typeface="+mn-lt"/>
                <a:cs typeface="+mn-lt"/>
              </a:rPr>
              <a:t>, as implementações do DOM podem ser construídas para qualquer linguagem (Python, etc.).</a:t>
            </a:r>
          </a:p>
          <a:p>
            <a:r>
              <a:rPr lang="pt-BR" dirty="0">
                <a:ea typeface="+mn-lt"/>
                <a:cs typeface="+mn-lt"/>
              </a:rPr>
              <a:t>Quando você cria um script, seja embutido em uma </a:t>
            </a:r>
            <a:r>
              <a:rPr lang="pt-BR" dirty="0" err="1">
                <a:ea typeface="+mn-lt"/>
                <a:cs typeface="+mn-lt"/>
              </a:rPr>
              <a:t>tag</a:t>
            </a:r>
            <a:r>
              <a:rPr lang="pt-BR" dirty="0">
                <a:ea typeface="+mn-lt"/>
                <a:cs typeface="+mn-lt"/>
              </a:rPr>
              <a:t> </a:t>
            </a:r>
            <a:r>
              <a:rPr lang="pt-BR" dirty="0">
                <a:latin typeface="Consolas"/>
              </a:rPr>
              <a:t>&lt;script&gt;</a:t>
            </a:r>
            <a:r>
              <a:rPr lang="pt-BR" dirty="0">
                <a:ea typeface="+mn-lt"/>
                <a:cs typeface="+mn-lt"/>
              </a:rPr>
              <a:t> ou incluído na página por meio de um script separado, você pode começar imediatamente a usar a API para o </a:t>
            </a:r>
            <a:r>
              <a:rPr lang="pt-BR" b="1" i="1" dirty="0" err="1">
                <a:ea typeface="+mn-lt"/>
                <a:cs typeface="+mn-lt"/>
              </a:rPr>
              <a:t>document</a:t>
            </a:r>
            <a:r>
              <a:rPr lang="pt-BR" dirty="0">
                <a:ea typeface="+mn-lt"/>
                <a:cs typeface="+mn-lt"/>
              </a:rPr>
              <a:t>.</a:t>
            </a:r>
            <a:endParaRPr lang="pt-BR" u="sng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6565174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Diagrama&#10;&#10;Descrição gerada automaticamente">
            <a:extLst>
              <a:ext uri="{FF2B5EF4-FFF2-40B4-BE49-F238E27FC236}">
                <a16:creationId xmlns:a16="http://schemas.microsoft.com/office/drawing/2014/main" id="{8D70098E-D737-9523-8176-0FD2169E8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57" y="105662"/>
            <a:ext cx="10548257" cy="661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5025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3FDB1-249E-42A9-9364-936A4F888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E60612-540F-990B-0E5B-6CD60BBBF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b="1" dirty="0">
                <a:ea typeface="+mn-lt"/>
                <a:cs typeface="+mn-lt"/>
              </a:rPr>
              <a:t>Nota:</a:t>
            </a:r>
            <a:r>
              <a:rPr lang="pt-BR" dirty="0">
                <a:ea typeface="+mn-lt"/>
                <a:cs typeface="+mn-lt"/>
              </a:rPr>
              <a:t> Como a grande maioria do código que usa o DOM gira em torno da manipulação de documentos HTML, é comum sempre se referir aos nós no DOM como </a:t>
            </a:r>
            <a:r>
              <a:rPr lang="pt-BR" b="1" dirty="0">
                <a:ea typeface="+mn-lt"/>
                <a:cs typeface="+mn-lt"/>
              </a:rPr>
              <a:t>elementos</a:t>
            </a:r>
            <a:r>
              <a:rPr lang="pt-BR" dirty="0">
                <a:ea typeface="+mn-lt"/>
                <a:cs typeface="+mn-lt"/>
              </a:rPr>
              <a:t>, pois em um documento HTML, cada nó é um elemento.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2559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5916EE-63F8-1DD0-F89E-0F0398AA1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FE3430-B5D9-5ABB-A5EB-DE39F59CB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709059"/>
            <a:ext cx="10178322" cy="417053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pt-BR" dirty="0"/>
              <a:t>Principais métodos de acesso aos elementos HTML: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>
                <a:latin typeface="Consolas"/>
                <a:hlinkClick r:id="rId2"/>
              </a:rPr>
              <a:t>document.getElementById(id)</a:t>
            </a:r>
            <a:endParaRPr lang="pt-BR"/>
          </a:p>
          <a:p>
            <a:pPr marL="0" indent="0">
              <a:buNone/>
            </a:pPr>
            <a:r>
              <a:rPr lang="pt-BR" dirty="0">
                <a:latin typeface="Consolas"/>
                <a:hlinkClick r:id="rId3"/>
              </a:rPr>
              <a:t>document.getElementsByClassName(className)</a:t>
            </a:r>
            <a:endParaRPr lang="pt-BR"/>
          </a:p>
          <a:p>
            <a:pPr marL="0" indent="0">
              <a:buNone/>
            </a:pPr>
            <a:r>
              <a:rPr lang="pt-BR" dirty="0">
                <a:latin typeface="Consolas"/>
                <a:hlinkClick r:id="rId4"/>
              </a:rPr>
              <a:t>document.getElementsByTagName(tagName)</a:t>
            </a:r>
            <a:endParaRPr lang="pt-BR"/>
          </a:p>
          <a:p>
            <a:pPr marL="0" indent="0">
              <a:buNone/>
            </a:pPr>
            <a:r>
              <a:rPr lang="pt-BR" dirty="0">
                <a:latin typeface="Consolas"/>
                <a:hlinkClick r:id="rId5"/>
              </a:rPr>
              <a:t>document.querySelector(cssSelector)</a:t>
            </a:r>
            <a:endParaRPr lang="pt-BR"/>
          </a:p>
          <a:p>
            <a:pPr marL="0" indent="0">
              <a:buNone/>
            </a:pPr>
            <a:r>
              <a:rPr lang="pt-BR" dirty="0">
                <a:latin typeface="Consolas"/>
                <a:hlinkClick r:id="rId6"/>
              </a:rPr>
              <a:t>document.querySelectorAll(cssSelector)</a:t>
            </a:r>
            <a:endParaRPr lang="pt-BR"/>
          </a:p>
          <a:p>
            <a:endParaRPr lang="pt-BR" dirty="0"/>
          </a:p>
          <a:p>
            <a:r>
              <a:rPr lang="pt-BR" dirty="0"/>
              <a:t>Todos retornam objetos tipo </a:t>
            </a:r>
            <a:r>
              <a:rPr lang="pt-BR" b="1" i="1" dirty="0"/>
              <a:t>Element</a:t>
            </a:r>
            <a:r>
              <a:rPr lang="pt-BR" dirty="0"/>
              <a:t>. Sendo que o </a:t>
            </a:r>
            <a:r>
              <a:rPr lang="pt-BR" b="1" dirty="0" err="1">
                <a:latin typeface="Courier New"/>
                <a:cs typeface="Courier New"/>
              </a:rPr>
              <a:t>getElementById</a:t>
            </a:r>
            <a:r>
              <a:rPr lang="pt-BR" dirty="0"/>
              <a:t> e o </a:t>
            </a:r>
            <a:r>
              <a:rPr lang="pt-BR" sz="2100" b="1" dirty="0" err="1">
                <a:latin typeface="Courier New"/>
                <a:cs typeface="Courier New"/>
              </a:rPr>
              <a:t>querySelector</a:t>
            </a:r>
            <a:r>
              <a:rPr lang="pt-BR" dirty="0"/>
              <a:t> retornam apenas um elemento. </a:t>
            </a:r>
          </a:p>
          <a:p>
            <a:r>
              <a:rPr lang="pt-BR" dirty="0"/>
              <a:t>Os demais retornam um </a:t>
            </a:r>
            <a:r>
              <a:rPr lang="pt-BR" dirty="0" err="1"/>
              <a:t>array</a:t>
            </a:r>
            <a:r>
              <a:rPr lang="pt-BR" dirty="0"/>
              <a:t> de elementos.</a:t>
            </a:r>
          </a:p>
        </p:txBody>
      </p:sp>
    </p:spTree>
    <p:extLst>
      <p:ext uri="{BB962C8B-B14F-4D97-AF65-F5344CB8AC3E}">
        <p14:creationId xmlns:p14="http://schemas.microsoft.com/office/powerpoint/2010/main" val="36089765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D2C01-C056-6CDC-AD23-DD1F1FE84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10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DEA932-EB12-8701-520D-39E8A2926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Altere o script para que seja possível listar no console todos os elementos HTML com a </a:t>
            </a:r>
            <a:r>
              <a:rPr lang="pt-BR" dirty="0" err="1"/>
              <a:t>tag</a:t>
            </a:r>
            <a:r>
              <a:rPr lang="pt-BR" dirty="0"/>
              <a:t> DIV (use um loop);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22184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051FEB-6CFC-423D-492B-04E3B0E3A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DOM – Event </a:t>
            </a:r>
            <a:r>
              <a:rPr lang="pt-BR" dirty="0" err="1"/>
              <a:t>listener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C3E755-42FA-42C9-530E-6CDA6241E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32155"/>
            <a:ext cx="10178322" cy="4247437"/>
          </a:xfrm>
        </p:spPr>
        <p:txBody>
          <a:bodyPr>
            <a:normAutofit/>
          </a:bodyPr>
          <a:lstStyle/>
          <a:p>
            <a:r>
              <a:rPr lang="pt-BR" dirty="0"/>
              <a:t>Outra maneira de executar funções no Javascript, a partir de eventos HTML se dá com a adição de EVENT LISTENERS</a:t>
            </a:r>
          </a:p>
          <a:p>
            <a:endParaRPr lang="pt-BR" dirty="0"/>
          </a:p>
          <a:p>
            <a:r>
              <a:rPr lang="pt-BR" dirty="0"/>
              <a:t>EXEMPLO:</a:t>
            </a:r>
          </a:p>
          <a:p>
            <a:pPr marL="0" indent="0">
              <a:buNone/>
            </a:pPr>
            <a:r>
              <a:rPr lang="pt-BR" dirty="0" err="1">
                <a:solidFill>
                  <a:srgbClr val="000000"/>
                </a:solidFill>
                <a:effectLst/>
              </a:rPr>
              <a:t>document.getElementById</a:t>
            </a:r>
            <a:r>
              <a:rPr lang="pt-BR" dirty="0">
                <a:solidFill>
                  <a:srgbClr val="000000"/>
                </a:solidFill>
                <a:effectLst/>
              </a:rPr>
              <a:t>(</a:t>
            </a:r>
            <a:r>
              <a:rPr lang="pt-BR" dirty="0">
                <a:solidFill>
                  <a:srgbClr val="A52A2A"/>
                </a:solidFill>
                <a:effectLst/>
              </a:rPr>
              <a:t>“</a:t>
            </a:r>
            <a:r>
              <a:rPr lang="pt-BR" dirty="0" err="1">
                <a:solidFill>
                  <a:srgbClr val="A52A2A"/>
                </a:solidFill>
                <a:effectLst/>
              </a:rPr>
              <a:t>botao</a:t>
            </a:r>
            <a:r>
              <a:rPr lang="pt-BR" dirty="0">
                <a:solidFill>
                  <a:srgbClr val="A52A2A"/>
                </a:solidFill>
                <a:effectLst/>
              </a:rPr>
              <a:t>"</a:t>
            </a:r>
            <a:r>
              <a:rPr lang="pt-BR" dirty="0">
                <a:solidFill>
                  <a:srgbClr val="000000"/>
                </a:solidFill>
                <a:effectLst/>
              </a:rPr>
              <a:t>).</a:t>
            </a:r>
            <a:r>
              <a:rPr lang="pt-BR" dirty="0" err="1">
                <a:solidFill>
                  <a:srgbClr val="000000"/>
                </a:solidFill>
                <a:effectLst/>
              </a:rPr>
              <a:t>addEventListener</a:t>
            </a:r>
            <a:r>
              <a:rPr lang="pt-BR" dirty="0">
                <a:solidFill>
                  <a:srgbClr val="000000"/>
                </a:solidFill>
                <a:effectLst/>
              </a:rPr>
              <a:t>(</a:t>
            </a:r>
            <a:r>
              <a:rPr lang="pt-BR" dirty="0">
                <a:solidFill>
                  <a:srgbClr val="A52A2A"/>
                </a:solidFill>
                <a:effectLst/>
              </a:rPr>
              <a:t>"click"</a:t>
            </a:r>
            <a:r>
              <a:rPr lang="pt-BR" dirty="0">
                <a:solidFill>
                  <a:srgbClr val="000000"/>
                </a:solidFill>
                <a:effectLst/>
              </a:rPr>
              <a:t>, </a:t>
            </a:r>
            <a:r>
              <a:rPr lang="pt-BR" dirty="0" err="1">
                <a:solidFill>
                  <a:srgbClr val="000000"/>
                </a:solidFill>
                <a:effectLst/>
              </a:rPr>
              <a:t>mostrarData</a:t>
            </a:r>
            <a:r>
              <a:rPr lang="pt-BR" dirty="0">
                <a:solidFill>
                  <a:srgbClr val="000000"/>
                </a:solidFill>
                <a:effectLst/>
              </a:rPr>
              <a:t>); </a:t>
            </a:r>
          </a:p>
          <a:p>
            <a:endParaRPr lang="pt-BR" dirty="0">
              <a:solidFill>
                <a:srgbClr val="000000"/>
              </a:solidFill>
            </a:endParaRPr>
          </a:p>
          <a:p>
            <a:r>
              <a:rPr lang="pt-BR" dirty="0"/>
              <a:t>O método </a:t>
            </a:r>
            <a:r>
              <a:rPr lang="pt-BR" dirty="0" err="1"/>
              <a:t>addEventListener</a:t>
            </a:r>
            <a:r>
              <a:rPr lang="pt-BR" dirty="0"/>
              <a:t> faz com que seja executada uma função sempre que o evento especificado ocorra no elemento HTML escolhido</a:t>
            </a:r>
          </a:p>
          <a:p>
            <a:r>
              <a:rPr lang="pt-BR" dirty="0"/>
              <a:t>É possível adicionar diversos </a:t>
            </a:r>
            <a:r>
              <a:rPr lang="pt-BR" dirty="0" err="1"/>
              <a:t>listeners</a:t>
            </a:r>
            <a:r>
              <a:rPr lang="pt-BR" dirty="0"/>
              <a:t> para o mesmo elemento, fazendo com que várias ações sejam executadas dependendo do evento ocorrido.</a:t>
            </a:r>
          </a:p>
        </p:txBody>
      </p:sp>
    </p:spTree>
    <p:extLst>
      <p:ext uri="{BB962C8B-B14F-4D97-AF65-F5344CB8AC3E}">
        <p14:creationId xmlns:p14="http://schemas.microsoft.com/office/powerpoint/2010/main" val="23535994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4D8DA-DDD2-C12C-77B6-AEBFEC76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96033-76D5-370E-C32C-B7F8FDAC0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DOM – Event </a:t>
            </a:r>
            <a:r>
              <a:rPr lang="pt-BR" dirty="0" err="1"/>
              <a:t>listener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362003-8D78-379A-DEC6-327DD3D9B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32155"/>
            <a:ext cx="10178322" cy="4247437"/>
          </a:xfrm>
        </p:spPr>
        <p:txBody>
          <a:bodyPr>
            <a:normAutofit/>
          </a:bodyPr>
          <a:lstStyle/>
          <a:p>
            <a:r>
              <a:rPr lang="pt-BR" dirty="0"/>
              <a:t>Além dos elementos HTML, também é possível adicionar </a:t>
            </a:r>
            <a:r>
              <a:rPr lang="pt-BR" dirty="0" err="1"/>
              <a:t>listeners</a:t>
            </a:r>
            <a:r>
              <a:rPr lang="pt-BR" dirty="0"/>
              <a:t> para qualquer elemento DOM, como por exemplo o WINDOW.</a:t>
            </a:r>
          </a:p>
          <a:p>
            <a:endParaRPr lang="pt-BR" dirty="0"/>
          </a:p>
          <a:p>
            <a:r>
              <a:rPr lang="pt-BR" dirty="0"/>
              <a:t>A lista completa de eventos pode ser consultada no link abaixo:</a:t>
            </a:r>
          </a:p>
          <a:p>
            <a:pPr marL="0" indent="0">
              <a:buNone/>
            </a:pPr>
            <a:r>
              <a:rPr lang="pt-BR" dirty="0"/>
              <a:t>	https://www.w3schools.com/jsref/dom_obj_event.asp</a:t>
            </a:r>
          </a:p>
        </p:txBody>
      </p:sp>
    </p:spTree>
    <p:extLst>
      <p:ext uri="{BB962C8B-B14F-4D97-AF65-F5344CB8AC3E}">
        <p14:creationId xmlns:p14="http://schemas.microsoft.com/office/powerpoint/2010/main" val="31781529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CDACC1-AA0B-06D8-6D7E-66CC936E0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D1E163-BA10-7FE3-A0CD-A70C77CA8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Utilize </a:t>
            </a:r>
            <a:r>
              <a:rPr lang="pt-BR" dirty="0" err="1"/>
              <a:t>EventListener</a:t>
            </a:r>
            <a:r>
              <a:rPr lang="pt-BR" dirty="0"/>
              <a:t> para detectar ações em elementos HTML, e suas respectivas chamadas a funções em Javascript.</a:t>
            </a:r>
          </a:p>
        </p:txBody>
      </p:sp>
    </p:spTree>
    <p:extLst>
      <p:ext uri="{BB962C8B-B14F-4D97-AF65-F5344CB8AC3E}">
        <p14:creationId xmlns:p14="http://schemas.microsoft.com/office/powerpoint/2010/main" val="21146797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35E01-22ED-3231-4082-F38ECD295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85E278-AD52-7C59-0418-273C4F88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0F35CD-91CD-3AC2-2781-DC8BCC070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Utilize </a:t>
            </a:r>
            <a:r>
              <a:rPr lang="pt-BR" dirty="0" err="1"/>
              <a:t>EventListener</a:t>
            </a:r>
            <a:r>
              <a:rPr lang="pt-BR" dirty="0"/>
              <a:t> pelo menos 3 ações no objeto WINDOW, e liste o evento na tela do navegador.</a:t>
            </a:r>
          </a:p>
        </p:txBody>
      </p:sp>
    </p:spTree>
    <p:extLst>
      <p:ext uri="{BB962C8B-B14F-4D97-AF65-F5344CB8AC3E}">
        <p14:creationId xmlns:p14="http://schemas.microsoft.com/office/powerpoint/2010/main" val="12059002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255D83-70AD-72A2-3057-16733E173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EXERCÍcio</a:t>
            </a:r>
            <a:r>
              <a:rPr lang="pt-BR" dirty="0"/>
              <a:t> 13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892795-33EB-98E9-7B9B-C3D70C1CE2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299" y="1494503"/>
            <a:ext cx="5576119" cy="5093110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O código HTML ao lado apresenta na tela uma lista de itens, com cores definidas pela sua respectiva classe (azul ou vermelho).</a:t>
            </a:r>
          </a:p>
          <a:p>
            <a:r>
              <a:rPr lang="pt-BR" dirty="0"/>
              <a:t>Adicione um script para que, ao clicar no botão, as cores de cada elemento sejam alternadas, ou seja, o que é azul se torna vermelho, e vice-versa.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Use o </a:t>
            </a:r>
            <a:r>
              <a:rPr lang="pt-BR" dirty="0" err="1"/>
              <a:t>document.querySelectorAll</a:t>
            </a:r>
            <a:r>
              <a:rPr lang="pt-BR" dirty="0"/>
              <a:t>() para obter uma lista de elementos;</a:t>
            </a:r>
          </a:p>
          <a:p>
            <a:r>
              <a:rPr lang="pt-BR" dirty="0"/>
              <a:t>Você precisará percorrer os elementos utilizando um laço de repetição;</a:t>
            </a:r>
          </a:p>
          <a:p>
            <a:r>
              <a:rPr lang="pt-BR" dirty="0"/>
              <a:t>Utilizando uma estrutura de condicionais, verifique as classes;</a:t>
            </a:r>
          </a:p>
          <a:p>
            <a:r>
              <a:rPr lang="pt-BR" dirty="0"/>
              <a:t>O uso do </a:t>
            </a:r>
            <a:r>
              <a:rPr lang="pt-BR" dirty="0" err="1"/>
              <a:t>classList</a:t>
            </a:r>
            <a:r>
              <a:rPr lang="pt-BR" dirty="0"/>
              <a:t> será útil;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AFA6B5-B83A-6D5F-580C-687CC4F8C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91400" y="1619250"/>
            <a:ext cx="4800600" cy="36195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&lt;body&gt;</a:t>
            </a:r>
          </a:p>
          <a:p>
            <a:pPr marL="0" indent="0">
              <a:buNone/>
            </a:pPr>
            <a:r>
              <a:rPr lang="pt-BR" dirty="0"/>
              <a:t>&lt;</a:t>
            </a:r>
            <a:r>
              <a:rPr lang="pt-BR" dirty="0" err="1"/>
              <a:t>ul</a:t>
            </a:r>
            <a:r>
              <a:rPr lang="pt-BR" dirty="0"/>
              <a:t>&gt;</a:t>
            </a:r>
          </a:p>
          <a:p>
            <a:pPr marL="0" indent="0">
              <a:buNone/>
            </a:pPr>
            <a:r>
              <a:rPr lang="pt-BR" dirty="0"/>
              <a:t>&lt;li </a:t>
            </a:r>
            <a:r>
              <a:rPr lang="pt-BR" dirty="0" err="1"/>
              <a:t>class</a:t>
            </a:r>
            <a:r>
              <a:rPr lang="pt-BR" dirty="0"/>
              <a:t>="azul"&gt;Item&lt;/li&gt;</a:t>
            </a:r>
          </a:p>
          <a:p>
            <a:pPr marL="0" indent="0">
              <a:buNone/>
            </a:pPr>
            <a:r>
              <a:rPr lang="pt-BR" dirty="0"/>
              <a:t>&lt;li </a:t>
            </a:r>
            <a:r>
              <a:rPr lang="pt-BR" dirty="0" err="1"/>
              <a:t>class</a:t>
            </a:r>
            <a:r>
              <a:rPr lang="pt-BR" dirty="0"/>
              <a:t>="vermelho"&gt;Item&lt;/li&gt;</a:t>
            </a:r>
          </a:p>
          <a:p>
            <a:pPr marL="0" indent="0">
              <a:buNone/>
            </a:pPr>
            <a:r>
              <a:rPr lang="pt-BR" dirty="0"/>
              <a:t>&lt;li </a:t>
            </a:r>
            <a:r>
              <a:rPr lang="pt-BR" dirty="0" err="1"/>
              <a:t>class</a:t>
            </a:r>
            <a:r>
              <a:rPr lang="pt-BR" dirty="0"/>
              <a:t>="azul"&gt;Item&lt;/li&gt;</a:t>
            </a:r>
          </a:p>
          <a:p>
            <a:pPr marL="0" indent="0">
              <a:buNone/>
            </a:pPr>
            <a:r>
              <a:rPr lang="pt-BR" dirty="0"/>
              <a:t>&lt;li </a:t>
            </a:r>
            <a:r>
              <a:rPr lang="pt-BR" dirty="0" err="1"/>
              <a:t>class</a:t>
            </a:r>
            <a:r>
              <a:rPr lang="pt-BR" dirty="0"/>
              <a:t>="vermelho"&gt;Item&lt;/li&gt;</a:t>
            </a:r>
          </a:p>
          <a:p>
            <a:pPr marL="0" indent="0">
              <a:buNone/>
            </a:pPr>
            <a:r>
              <a:rPr lang="pt-BR" dirty="0"/>
              <a:t>&lt;li </a:t>
            </a:r>
            <a:r>
              <a:rPr lang="pt-BR" dirty="0" err="1"/>
              <a:t>class</a:t>
            </a:r>
            <a:r>
              <a:rPr lang="pt-BR" dirty="0"/>
              <a:t>="azul"&gt;Item&lt;/li&gt;</a:t>
            </a:r>
          </a:p>
          <a:p>
            <a:pPr marL="0" indent="0">
              <a:buNone/>
            </a:pPr>
            <a:r>
              <a:rPr lang="pt-BR" dirty="0"/>
              <a:t>&lt;li </a:t>
            </a:r>
            <a:r>
              <a:rPr lang="pt-BR" dirty="0" err="1"/>
              <a:t>class</a:t>
            </a:r>
            <a:r>
              <a:rPr lang="pt-BR" dirty="0"/>
              <a:t>="vermelho"&gt;Item&lt;/li&gt;</a:t>
            </a:r>
          </a:p>
          <a:p>
            <a:pPr marL="0" indent="0">
              <a:buNone/>
            </a:pPr>
            <a:r>
              <a:rPr lang="pt-BR" dirty="0"/>
              <a:t>&lt;/</a:t>
            </a:r>
            <a:r>
              <a:rPr lang="pt-BR" dirty="0" err="1"/>
              <a:t>ul</a:t>
            </a:r>
            <a:r>
              <a:rPr lang="pt-BR" dirty="0"/>
              <a:t>&gt;</a:t>
            </a:r>
          </a:p>
          <a:p>
            <a:pPr marL="0" indent="0">
              <a:buNone/>
            </a:pPr>
            <a:r>
              <a:rPr lang="pt-BR" dirty="0"/>
              <a:t>&lt;/body&gt;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92553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396A879-412C-5363-1776-58703F3F4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Requisições http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E6768CED-4C24-2E67-8703-9A798CF7D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71003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0DC1CFB-4C07-3994-C488-E7E0AD328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Requisições HTTP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510BB50-BB1F-7561-477B-FDC871E93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HTTP</a:t>
            </a:r>
            <a:r>
              <a:rPr lang="pt-BR" dirty="0"/>
              <a:t> é um protocolo que permite a obtenção de recursos, como documentos HTML. É a base de qualquer troca de dados na web.</a:t>
            </a:r>
          </a:p>
          <a:p>
            <a:r>
              <a:rPr lang="pt-BR" b="1" dirty="0"/>
              <a:t>HTTP</a:t>
            </a:r>
            <a:r>
              <a:rPr lang="pt-BR" dirty="0"/>
              <a:t> é um protocolo cliente-servidor, o que significa que as requisições são iniciadas pelo cliente, geralmente um navegador web, e têm como destino um servidor (um servidor HTTP).</a:t>
            </a:r>
          </a:p>
          <a:p>
            <a:r>
              <a:rPr lang="pt-BR" dirty="0"/>
              <a:t>As mensagens enviadas pelo cliente são chamadas de </a:t>
            </a:r>
            <a:r>
              <a:rPr lang="pt-BR" b="1" dirty="0"/>
              <a:t>solicitações</a:t>
            </a:r>
            <a:r>
              <a:rPr lang="pt-BR" dirty="0"/>
              <a:t>, ou também </a:t>
            </a:r>
            <a:r>
              <a:rPr lang="pt-BR" b="1" dirty="0"/>
              <a:t>requisições </a:t>
            </a:r>
            <a:r>
              <a:rPr lang="pt-BR" i="1" dirty="0"/>
              <a:t>(</a:t>
            </a:r>
            <a:r>
              <a:rPr lang="pt-BR" i="1" dirty="0" err="1"/>
              <a:t>requests</a:t>
            </a:r>
            <a:r>
              <a:rPr lang="pt-BR" i="1" dirty="0"/>
              <a:t>)</a:t>
            </a:r>
            <a:r>
              <a:rPr lang="pt-BR" b="1" dirty="0"/>
              <a:t>;</a:t>
            </a:r>
            <a:endParaRPr lang="pt-BR" dirty="0"/>
          </a:p>
          <a:p>
            <a:r>
              <a:rPr lang="pt-BR" dirty="0"/>
              <a:t>As mensagens enviadas pelo servidor como resposta são chamadas de </a:t>
            </a:r>
            <a:r>
              <a:rPr lang="pt-BR" b="1" dirty="0"/>
              <a:t>respostas </a:t>
            </a:r>
            <a:r>
              <a:rPr lang="pt-BR" i="1" dirty="0"/>
              <a:t>(responses)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16459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34CD3C-28AA-E436-6A79-6FE73F81F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Requisições HTTP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D417D1F-50F6-CBA1-4949-8A15468F8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8077" y="1632155"/>
            <a:ext cx="10010331" cy="440920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2000" b="1" dirty="0"/>
              <a:t>As requisições consistem dos seguintes elementos:</a:t>
            </a:r>
          </a:p>
          <a:p>
            <a:pPr marL="0" indent="0">
              <a:buNone/>
            </a:pPr>
            <a:endParaRPr lang="pt-BR" sz="2000" b="1" dirty="0"/>
          </a:p>
          <a:p>
            <a:r>
              <a:rPr lang="pt-BR" sz="2000" dirty="0"/>
              <a:t>Um método HTTP, que geralmente é um verbo (GET, PUT, POST, DELETE) ou substantivo (HEAD, OPTIONS), que irá definir qual operação o cliente quer fazer;</a:t>
            </a:r>
          </a:p>
          <a:p>
            <a:r>
              <a:rPr lang="pt-BR" sz="2000" dirty="0"/>
              <a:t>O caminho do recurso a ser buscado (a URL sem alguns elementos básicos);</a:t>
            </a:r>
          </a:p>
          <a:p>
            <a:r>
              <a:rPr lang="pt-BR" sz="2000" dirty="0"/>
              <a:t>A versão do protocolo HTTP;</a:t>
            </a:r>
          </a:p>
          <a:p>
            <a:r>
              <a:rPr lang="pt-BR" sz="2000" dirty="0"/>
              <a:t>Cabeçalhos opcionais com informações extras para os servidores;</a:t>
            </a:r>
          </a:p>
          <a:p>
            <a:r>
              <a:rPr lang="pt-BR" sz="2000" dirty="0"/>
              <a:t>Um corpo de dados, quando necessário.</a:t>
            </a:r>
          </a:p>
          <a:p>
            <a:endParaRPr lang="pt-BR" sz="2000" dirty="0"/>
          </a:p>
          <a:p>
            <a:r>
              <a:rPr lang="pt-BR" sz="2000" dirty="0"/>
              <a:t>OBSERVAÇÃO: Nem todas as mensagens têm um corpo de dados. Geralmente as que pegam recursos (GET, HEAD, DELET, OPTIONS) geralmente não precisam. Já o POST, que serve para atualizar algum conteúdo, geralmente tem um corpo com dados a serem atualizados no servidor.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5500359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34CD3C-28AA-E436-6A79-6FE73F81F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Requisições HTTP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D417D1F-50F6-CBA1-4949-8A15468F8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dirty="0"/>
              <a:t>As respostas consistem dos seguintes elementos:</a:t>
            </a:r>
          </a:p>
          <a:p>
            <a:pPr marL="0" indent="0">
              <a:buNone/>
            </a:pPr>
            <a:endParaRPr lang="pt-BR" sz="2000" b="1" dirty="0"/>
          </a:p>
          <a:p>
            <a:r>
              <a:rPr lang="pt-BR" sz="2000" dirty="0"/>
              <a:t>A versão do </a:t>
            </a:r>
            <a:r>
              <a:rPr lang="pt-BR" sz="2000" dirty="0" err="1"/>
              <a:t>protoloco</a:t>
            </a:r>
            <a:r>
              <a:rPr lang="pt-BR" sz="2000" dirty="0"/>
              <a:t> HTTP;</a:t>
            </a:r>
          </a:p>
          <a:p>
            <a:r>
              <a:rPr lang="pt-BR" sz="2000" dirty="0"/>
              <a:t>Um código de status (nós usuários já conhecemos alguns)</a:t>
            </a:r>
          </a:p>
          <a:p>
            <a:r>
              <a:rPr lang="pt-BR" sz="2000" dirty="0"/>
              <a:t>Uma mensagem de status</a:t>
            </a:r>
          </a:p>
          <a:p>
            <a:r>
              <a:rPr lang="pt-BR" sz="2000" dirty="0"/>
              <a:t>Cabeçalhos HTTP, como nas requisições</a:t>
            </a:r>
          </a:p>
          <a:p>
            <a:r>
              <a:rPr lang="pt-BR" sz="2000" dirty="0"/>
              <a:t>Um corpo de dados, quando solicitado</a:t>
            </a:r>
          </a:p>
        </p:txBody>
      </p:sp>
    </p:spTree>
    <p:extLst>
      <p:ext uri="{BB962C8B-B14F-4D97-AF65-F5344CB8AC3E}">
        <p14:creationId xmlns:p14="http://schemas.microsoft.com/office/powerpoint/2010/main" val="1546961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xto&#10;&#10;Descrição gerada automaticamente">
            <a:extLst>
              <a:ext uri="{FF2B5EF4-FFF2-40B4-BE49-F238E27FC236}">
                <a16:creationId xmlns:a16="http://schemas.microsoft.com/office/drawing/2014/main" id="{3AEBB3D0-498C-5A52-765D-FCA646D36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5472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Texto, Aplicativo, chat ou mensagem de texto&#10;&#10;Descrição gerada automaticamente">
            <a:extLst>
              <a:ext uri="{FF2B5EF4-FFF2-40B4-BE49-F238E27FC236}">
                <a16:creationId xmlns:a16="http://schemas.microsoft.com/office/drawing/2014/main" id="{1E338EE3-1C16-73BD-FA08-78A6F14BC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1" y="607038"/>
            <a:ext cx="9183328" cy="564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532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xto&#10;&#10;Descrição gerada automaticamente">
            <a:extLst>
              <a:ext uri="{FF2B5EF4-FFF2-40B4-BE49-F238E27FC236}">
                <a16:creationId xmlns:a16="http://schemas.microsoft.com/office/drawing/2014/main" id="{B6D5F4E3-3CD4-27E3-8C5D-E0AA8307FB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00" b="1025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7050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54A65F6C-7072-6C80-3BE0-DF13DEB76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Requests</a:t>
            </a:r>
            <a:r>
              <a:rPr lang="pt-BR" dirty="0"/>
              <a:t> em </a:t>
            </a:r>
            <a:r>
              <a:rPr lang="pt-BR" dirty="0" err="1"/>
              <a:t>javascript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157BA1B-389D-2FBE-C052-806485651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err="1"/>
              <a:t>XMLHttpRequest</a:t>
            </a:r>
            <a:r>
              <a:rPr lang="pt-BR" dirty="0"/>
              <a:t> (mais antigo e obsoleto)</a:t>
            </a:r>
          </a:p>
          <a:p>
            <a:r>
              <a:rPr lang="pt-BR" b="1" dirty="0" err="1"/>
              <a:t>Fetch</a:t>
            </a:r>
            <a:r>
              <a:rPr lang="pt-BR" dirty="0"/>
              <a:t> (mais atual, porém um pouco mais complexo)</a:t>
            </a:r>
          </a:p>
          <a:p>
            <a:r>
              <a:rPr lang="pt-BR" b="1" dirty="0" err="1"/>
              <a:t>Axios</a:t>
            </a:r>
            <a:r>
              <a:rPr lang="pt-BR" dirty="0"/>
              <a:t> (biblioteca mais simples de usar, mas é necessário importá-la)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Existem outras maneiras: </a:t>
            </a:r>
            <a:r>
              <a:rPr lang="pt-BR" b="1" i="1" dirty="0" err="1"/>
              <a:t>jQuery</a:t>
            </a:r>
            <a:r>
              <a:rPr lang="pt-BR" dirty="0"/>
              <a:t>,  </a:t>
            </a:r>
            <a:r>
              <a:rPr lang="pt-BR" b="1" i="1" dirty="0"/>
              <a:t>Angular</a:t>
            </a:r>
            <a:r>
              <a:rPr lang="pt-BR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2722934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0E10C-230E-5174-ADD3-ED0825AB5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fetch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D14CEC-BAFF-2D22-0675-08D7DECC0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FETCH é baseado em </a:t>
            </a:r>
            <a:r>
              <a:rPr lang="pt-BR" b="1" i="1" dirty="0" err="1"/>
              <a:t>promise</a:t>
            </a:r>
            <a:endParaRPr lang="pt-BR" b="1" i="1" dirty="0"/>
          </a:p>
          <a:p>
            <a:r>
              <a:rPr lang="pt-BR" dirty="0"/>
              <a:t>Só pode ser usado dentro de funções assíncronas OU se utilizarmos o .</a:t>
            </a:r>
            <a:r>
              <a:rPr lang="pt-BR" b="1" i="1" dirty="0" err="1"/>
              <a:t>then</a:t>
            </a:r>
            <a:r>
              <a:rPr lang="pt-BR" dirty="0"/>
              <a:t> para recuperar o resultado da </a:t>
            </a:r>
            <a:r>
              <a:rPr lang="pt-BR" b="1" i="1" dirty="0" err="1"/>
              <a:t>promise</a:t>
            </a:r>
            <a:r>
              <a:rPr lang="pt-BR" dirty="0"/>
              <a:t>;</a:t>
            </a:r>
          </a:p>
          <a:p>
            <a:r>
              <a:rPr lang="pt-BR" dirty="0"/>
              <a:t>Utiliza o GET por padrão, mas podemos especificar outros (POST, PUT, DELETE)</a:t>
            </a:r>
          </a:p>
        </p:txBody>
      </p:sp>
    </p:spTree>
    <p:extLst>
      <p:ext uri="{BB962C8B-B14F-4D97-AF65-F5344CB8AC3E}">
        <p14:creationId xmlns:p14="http://schemas.microsoft.com/office/powerpoint/2010/main" val="37532473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4E3CA-F06B-F1A5-6534-3FA3555ED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BC2ED-5164-E003-69F3-E1E6BABDA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FETCH -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EEBC33-8FF2-8827-26CD-9A4BB79E0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 err="1">
                <a:solidFill>
                  <a:srgbClr val="0000CD"/>
                </a:solidFill>
                <a:effectLst/>
              </a:rPr>
              <a:t>async</a:t>
            </a:r>
            <a:r>
              <a:rPr lang="pt-BR" sz="2800" dirty="0">
                <a:solidFill>
                  <a:srgbClr val="000000"/>
                </a:solidFill>
                <a:effectLst/>
              </a:rPr>
              <a:t> </a:t>
            </a:r>
            <a:r>
              <a:rPr lang="pt-BR" sz="2800" dirty="0" err="1">
                <a:solidFill>
                  <a:srgbClr val="0000CD"/>
                </a:solidFill>
                <a:effectLst/>
              </a:rPr>
              <a:t>function</a:t>
            </a:r>
            <a:r>
              <a:rPr lang="pt-BR" sz="2800" dirty="0">
                <a:solidFill>
                  <a:srgbClr val="000000"/>
                </a:solidFill>
                <a:effectLst/>
              </a:rPr>
              <a:t> </a:t>
            </a:r>
            <a:r>
              <a:rPr lang="pt-BR" sz="2800" dirty="0" err="1">
                <a:solidFill>
                  <a:srgbClr val="000000"/>
                </a:solidFill>
                <a:effectLst/>
              </a:rPr>
              <a:t>getText</a:t>
            </a:r>
            <a:r>
              <a:rPr lang="pt-BR" sz="2800" dirty="0">
                <a:solidFill>
                  <a:srgbClr val="000000"/>
                </a:solidFill>
                <a:effectLst/>
              </a:rPr>
              <a:t>(file) {</a:t>
            </a:r>
            <a:br>
              <a:rPr lang="pt-BR" sz="2800" dirty="0">
                <a:solidFill>
                  <a:srgbClr val="000000"/>
                </a:solidFill>
                <a:effectLst/>
              </a:rPr>
            </a:br>
            <a:r>
              <a:rPr lang="pt-BR" sz="2800" dirty="0">
                <a:solidFill>
                  <a:srgbClr val="000000"/>
                </a:solidFill>
                <a:effectLst/>
              </a:rPr>
              <a:t>  </a:t>
            </a:r>
            <a:r>
              <a:rPr lang="pt-BR" sz="2800" dirty="0" err="1">
                <a:solidFill>
                  <a:srgbClr val="0000CD"/>
                </a:solidFill>
                <a:effectLst/>
              </a:rPr>
              <a:t>let</a:t>
            </a:r>
            <a:r>
              <a:rPr lang="pt-BR" sz="2800" dirty="0">
                <a:solidFill>
                  <a:srgbClr val="000000"/>
                </a:solidFill>
                <a:effectLst/>
              </a:rPr>
              <a:t> </a:t>
            </a:r>
            <a:r>
              <a:rPr lang="pt-BR" sz="2800" dirty="0" err="1">
                <a:solidFill>
                  <a:srgbClr val="000000"/>
                </a:solidFill>
                <a:effectLst/>
              </a:rPr>
              <a:t>myObject</a:t>
            </a:r>
            <a:r>
              <a:rPr lang="pt-BR" sz="2800" dirty="0">
                <a:solidFill>
                  <a:srgbClr val="000000"/>
                </a:solidFill>
                <a:effectLst/>
              </a:rPr>
              <a:t> = </a:t>
            </a:r>
            <a:r>
              <a:rPr lang="pt-BR" sz="2800" dirty="0" err="1">
                <a:solidFill>
                  <a:srgbClr val="0000CD"/>
                </a:solidFill>
                <a:effectLst/>
              </a:rPr>
              <a:t>await</a:t>
            </a:r>
            <a:r>
              <a:rPr lang="pt-BR" sz="2800" dirty="0">
                <a:solidFill>
                  <a:srgbClr val="000000"/>
                </a:solidFill>
                <a:effectLst/>
              </a:rPr>
              <a:t> </a:t>
            </a:r>
            <a:r>
              <a:rPr lang="pt-BR" sz="2800" dirty="0" err="1">
                <a:solidFill>
                  <a:srgbClr val="000000"/>
                </a:solidFill>
                <a:effectLst/>
              </a:rPr>
              <a:t>fetch</a:t>
            </a:r>
            <a:r>
              <a:rPr lang="pt-BR" sz="2800" dirty="0">
                <a:solidFill>
                  <a:srgbClr val="000000"/>
                </a:solidFill>
                <a:effectLst/>
              </a:rPr>
              <a:t>(file);</a:t>
            </a:r>
            <a:br>
              <a:rPr lang="pt-BR" sz="2800" dirty="0">
                <a:solidFill>
                  <a:srgbClr val="000000"/>
                </a:solidFill>
                <a:effectLst/>
              </a:rPr>
            </a:br>
            <a:r>
              <a:rPr lang="pt-BR" sz="2800" dirty="0">
                <a:solidFill>
                  <a:srgbClr val="000000"/>
                </a:solidFill>
                <a:effectLst/>
              </a:rPr>
              <a:t>  </a:t>
            </a:r>
            <a:r>
              <a:rPr lang="pt-BR" sz="2800" dirty="0" err="1">
                <a:solidFill>
                  <a:srgbClr val="0000CD"/>
                </a:solidFill>
                <a:effectLst/>
              </a:rPr>
              <a:t>let</a:t>
            </a:r>
            <a:r>
              <a:rPr lang="pt-BR" sz="2800" dirty="0">
                <a:solidFill>
                  <a:srgbClr val="000000"/>
                </a:solidFill>
                <a:effectLst/>
              </a:rPr>
              <a:t> </a:t>
            </a:r>
            <a:r>
              <a:rPr lang="pt-BR" sz="2800" dirty="0" err="1">
                <a:solidFill>
                  <a:srgbClr val="000000"/>
                </a:solidFill>
                <a:effectLst/>
              </a:rPr>
              <a:t>myText</a:t>
            </a:r>
            <a:r>
              <a:rPr lang="pt-BR" sz="2800" dirty="0">
                <a:solidFill>
                  <a:srgbClr val="000000"/>
                </a:solidFill>
                <a:effectLst/>
              </a:rPr>
              <a:t> = </a:t>
            </a:r>
            <a:r>
              <a:rPr lang="pt-BR" sz="2800" dirty="0" err="1">
                <a:solidFill>
                  <a:srgbClr val="0000CD"/>
                </a:solidFill>
                <a:effectLst/>
              </a:rPr>
              <a:t>await</a:t>
            </a:r>
            <a:r>
              <a:rPr lang="pt-BR" sz="2800" dirty="0">
                <a:solidFill>
                  <a:srgbClr val="000000"/>
                </a:solidFill>
                <a:effectLst/>
              </a:rPr>
              <a:t> </a:t>
            </a:r>
            <a:r>
              <a:rPr lang="pt-BR" sz="2800" dirty="0" err="1">
                <a:solidFill>
                  <a:srgbClr val="000000"/>
                </a:solidFill>
                <a:effectLst/>
              </a:rPr>
              <a:t>myObject.text</a:t>
            </a:r>
            <a:r>
              <a:rPr lang="pt-BR" sz="2800" dirty="0">
                <a:solidFill>
                  <a:srgbClr val="000000"/>
                </a:solidFill>
                <a:effectLst/>
              </a:rPr>
              <a:t>();</a:t>
            </a:r>
            <a:br>
              <a:rPr lang="pt-BR" sz="2800" dirty="0">
                <a:solidFill>
                  <a:srgbClr val="000000"/>
                </a:solidFill>
                <a:effectLst/>
              </a:rPr>
            </a:br>
            <a:r>
              <a:rPr lang="pt-BR" sz="2800" dirty="0">
                <a:solidFill>
                  <a:srgbClr val="000000"/>
                </a:solidFill>
                <a:effectLst/>
              </a:rPr>
              <a:t>  </a:t>
            </a:r>
            <a:r>
              <a:rPr lang="pt-BR" sz="2800" dirty="0" err="1">
                <a:solidFill>
                  <a:srgbClr val="000000"/>
                </a:solidFill>
                <a:effectLst/>
              </a:rPr>
              <a:t>myDisplay</a:t>
            </a:r>
            <a:r>
              <a:rPr lang="pt-BR" sz="2800" dirty="0">
                <a:solidFill>
                  <a:srgbClr val="000000"/>
                </a:solidFill>
                <a:effectLst/>
              </a:rPr>
              <a:t>(</a:t>
            </a:r>
            <a:r>
              <a:rPr lang="pt-BR" sz="2800" dirty="0" err="1">
                <a:solidFill>
                  <a:srgbClr val="000000"/>
                </a:solidFill>
                <a:effectLst/>
              </a:rPr>
              <a:t>myText</a:t>
            </a:r>
            <a:r>
              <a:rPr lang="pt-BR" sz="2800" dirty="0">
                <a:solidFill>
                  <a:srgbClr val="000000"/>
                </a:solidFill>
                <a:effectLst/>
              </a:rPr>
              <a:t>);</a:t>
            </a:r>
            <a:br>
              <a:rPr lang="pt-BR" sz="2800" dirty="0">
                <a:solidFill>
                  <a:srgbClr val="000000"/>
                </a:solidFill>
                <a:effectLst/>
              </a:rPr>
            </a:br>
            <a:r>
              <a:rPr lang="pt-BR" sz="2800" dirty="0">
                <a:solidFill>
                  <a:srgbClr val="000000"/>
                </a:solidFill>
                <a:effectLst/>
              </a:rPr>
              <a:t>}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97277322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CF9885-E1C4-D3F0-32F6-D77667892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FETCH - Exemplos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8757C7D-DC4F-E46A-DF38-CE6B72F515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9027242" cy="3619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// Solicitação GET.</a:t>
            </a:r>
          </a:p>
          <a:p>
            <a:pPr marL="0" indent="0">
              <a:buNone/>
            </a:pPr>
            <a:r>
              <a:rPr lang="pt-BR" dirty="0" err="1"/>
              <a:t>fetch</a:t>
            </a:r>
            <a:r>
              <a:rPr lang="pt-BR" dirty="0"/>
              <a:t>('https://api.github.com/</a:t>
            </a:r>
            <a:r>
              <a:rPr lang="pt-BR" dirty="0" err="1"/>
              <a:t>users</a:t>
            </a:r>
            <a:r>
              <a:rPr lang="pt-BR" dirty="0"/>
              <a:t>/</a:t>
            </a:r>
            <a:r>
              <a:rPr lang="pt-BR" dirty="0" err="1"/>
              <a:t>manishmshiva</a:t>
            </a:r>
            <a:r>
              <a:rPr lang="pt-BR" dirty="0"/>
              <a:t>')</a:t>
            </a:r>
          </a:p>
          <a:p>
            <a:pPr marL="0" indent="0">
              <a:buNone/>
            </a:pPr>
            <a:r>
              <a:rPr lang="pt-BR" dirty="0"/>
              <a:t>    // Tratamento do sucesso</a:t>
            </a:r>
          </a:p>
          <a:p>
            <a:pPr marL="0" indent="0">
              <a:buNone/>
            </a:pPr>
            <a:r>
              <a:rPr lang="pt-BR" dirty="0"/>
              <a:t>    .</a:t>
            </a:r>
            <a:r>
              <a:rPr lang="pt-BR" dirty="0" err="1"/>
              <a:t>then</a:t>
            </a:r>
            <a:r>
              <a:rPr lang="pt-BR" dirty="0"/>
              <a:t>(response =&gt; </a:t>
            </a:r>
            <a:r>
              <a:rPr lang="pt-BR" dirty="0" err="1"/>
              <a:t>response.json</a:t>
            </a:r>
            <a:r>
              <a:rPr lang="pt-BR" dirty="0"/>
              <a:t>())  // converter para </a:t>
            </a:r>
            <a:r>
              <a:rPr lang="pt-BR" dirty="0" err="1"/>
              <a:t>json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.</a:t>
            </a:r>
            <a:r>
              <a:rPr lang="pt-BR" dirty="0" err="1"/>
              <a:t>then</a:t>
            </a:r>
            <a:r>
              <a:rPr lang="pt-BR" dirty="0"/>
              <a:t>(</a:t>
            </a:r>
            <a:r>
              <a:rPr lang="pt-BR" dirty="0" err="1"/>
              <a:t>json</a:t>
            </a:r>
            <a:r>
              <a:rPr lang="pt-BR" dirty="0"/>
              <a:t> =&gt; console.log(</a:t>
            </a:r>
            <a:r>
              <a:rPr lang="pt-BR" dirty="0" err="1"/>
              <a:t>json</a:t>
            </a:r>
            <a:r>
              <a:rPr lang="pt-BR" dirty="0"/>
              <a:t>))    //imprimir dados no console</a:t>
            </a:r>
          </a:p>
          <a:p>
            <a:pPr marL="0" indent="0">
              <a:buNone/>
            </a:pPr>
            <a:r>
              <a:rPr lang="pt-BR" dirty="0"/>
              <a:t>    // lidar com os erros</a:t>
            </a:r>
          </a:p>
          <a:p>
            <a:pPr marL="0" indent="0">
              <a:buNone/>
            </a:pPr>
            <a:r>
              <a:rPr lang="pt-BR" dirty="0"/>
              <a:t>    .catch(</a:t>
            </a:r>
            <a:r>
              <a:rPr lang="pt-BR" dirty="0" err="1"/>
              <a:t>err</a:t>
            </a:r>
            <a:r>
              <a:rPr lang="pt-BR" dirty="0"/>
              <a:t> =&gt; console.log('Erro de solicitação', </a:t>
            </a:r>
            <a:r>
              <a:rPr lang="pt-BR" dirty="0" err="1"/>
              <a:t>err</a:t>
            </a:r>
            <a:r>
              <a:rPr lang="pt-BR" dirty="0"/>
              <a:t>)); </a:t>
            </a:r>
          </a:p>
        </p:txBody>
      </p:sp>
    </p:spTree>
    <p:extLst>
      <p:ext uri="{BB962C8B-B14F-4D97-AF65-F5344CB8AC3E}">
        <p14:creationId xmlns:p14="http://schemas.microsoft.com/office/powerpoint/2010/main" val="42102592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338BD-1646-F842-B5FE-43F504B5C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14: API Star Wars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588142-2DF6-AEFF-35F3-71F79D1C0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4415" y="1874516"/>
            <a:ext cx="5830177" cy="4683599"/>
          </a:xfrm>
        </p:spPr>
        <p:txBody>
          <a:bodyPr>
            <a:normAutofit/>
          </a:bodyPr>
          <a:lstStyle/>
          <a:p>
            <a:r>
              <a:rPr lang="pt-BR" sz="2400" dirty="0"/>
              <a:t>Vamos visitar o site abaixo para conhecer a API Star Wars: </a:t>
            </a:r>
            <a:r>
              <a:rPr lang="pt-BR" sz="2400" dirty="0">
                <a:hlinkClick r:id="rId2"/>
              </a:rPr>
              <a:t>https://swapi.dev/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Essa API contém informações sobre personagens, filmes, planetas e tudo mais do universo Star Wars</a:t>
            </a:r>
          </a:p>
          <a:p>
            <a:endParaRPr lang="pt-BR" sz="2400" dirty="0"/>
          </a:p>
          <a:p>
            <a:r>
              <a:rPr lang="pt-BR" sz="2400" dirty="0"/>
              <a:t>Faça uma requisição FETCH dentro de uma função assíncrona</a:t>
            </a:r>
          </a:p>
        </p:txBody>
      </p:sp>
      <p:pic>
        <p:nvPicPr>
          <p:cNvPr id="6" name="Espaço Reservado para Conteúdo 5" descr="Logotipo&#10;&#10;Descrição gerada automaticamente">
            <a:extLst>
              <a:ext uri="{FF2B5EF4-FFF2-40B4-BE49-F238E27FC236}">
                <a16:creationId xmlns:a16="http://schemas.microsoft.com/office/drawing/2014/main" id="{451DC2D1-987B-0567-9700-4637F6C922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967" y="1594095"/>
            <a:ext cx="3881437" cy="3881437"/>
          </a:xfrm>
        </p:spPr>
      </p:pic>
    </p:spTree>
    <p:extLst>
      <p:ext uri="{BB962C8B-B14F-4D97-AF65-F5344CB8AC3E}">
        <p14:creationId xmlns:p14="http://schemas.microsoft.com/office/powerpoint/2010/main" val="41722747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87455-3D49-6EB4-98E4-1CFEE1143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8C95F-0143-B020-C2F5-0B55DCDC6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14: API Star Wars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24A886-F4CD-D46B-9C06-D15BFC5B2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4415" y="1874516"/>
            <a:ext cx="5830177" cy="4683599"/>
          </a:xfrm>
        </p:spPr>
        <p:txBody>
          <a:bodyPr>
            <a:normAutofit/>
          </a:bodyPr>
          <a:lstStyle/>
          <a:p>
            <a:r>
              <a:rPr lang="pt-BR" sz="2400" dirty="0"/>
              <a:t>Após concluir a requisição de maneira assíncrona, crie outra requisição usando </a:t>
            </a:r>
            <a:r>
              <a:rPr lang="pt-BR" sz="2400" dirty="0" err="1"/>
              <a:t>promises</a:t>
            </a:r>
            <a:endParaRPr lang="pt-BR" sz="2400" dirty="0"/>
          </a:p>
          <a:p>
            <a:r>
              <a:rPr lang="pt-BR" sz="2400" dirty="0"/>
              <a:t>Para usar </a:t>
            </a:r>
            <a:r>
              <a:rPr lang="pt-BR" sz="2400" dirty="0" err="1"/>
              <a:t>promise</a:t>
            </a:r>
            <a:r>
              <a:rPr lang="pt-BR" sz="2400" dirty="0"/>
              <a:t>, utilize o .</a:t>
            </a:r>
            <a:r>
              <a:rPr lang="pt-BR" sz="2400" dirty="0" err="1"/>
              <a:t>then</a:t>
            </a:r>
            <a:r>
              <a:rPr lang="pt-BR" sz="2400" dirty="0"/>
              <a:t> após a chamada do </a:t>
            </a:r>
            <a:r>
              <a:rPr lang="pt-BR" sz="2400" dirty="0" err="1"/>
              <a:t>fetch</a:t>
            </a:r>
            <a:endParaRPr lang="pt-BR" sz="2400" dirty="0"/>
          </a:p>
          <a:p>
            <a:r>
              <a:rPr lang="pt-BR" sz="2400" dirty="0"/>
              <a:t>Não esqueça de tratar os erros!</a:t>
            </a:r>
          </a:p>
        </p:txBody>
      </p:sp>
      <p:pic>
        <p:nvPicPr>
          <p:cNvPr id="6" name="Espaço Reservado para Conteúdo 5" descr="Logotipo&#10;&#10;Descrição gerada automaticamente">
            <a:extLst>
              <a:ext uri="{FF2B5EF4-FFF2-40B4-BE49-F238E27FC236}">
                <a16:creationId xmlns:a16="http://schemas.microsoft.com/office/drawing/2014/main" id="{D6EC9E75-5112-A184-AB95-E2AC2D897F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967" y="1594095"/>
            <a:ext cx="3881437" cy="3881437"/>
          </a:xfrm>
        </p:spPr>
      </p:pic>
    </p:spTree>
    <p:extLst>
      <p:ext uri="{BB962C8B-B14F-4D97-AF65-F5344CB8AC3E}">
        <p14:creationId xmlns:p14="http://schemas.microsoft.com/office/powerpoint/2010/main" val="36070826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5D11CC-2879-14B1-EE58-2500F3FF9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15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09AAD3-3200-6088-5573-A41627A67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Usando a API </a:t>
            </a:r>
            <a:r>
              <a:rPr lang="pt-BR" dirty="0" err="1"/>
              <a:t>ViaCEP</a:t>
            </a:r>
            <a:r>
              <a:rPr lang="pt-BR" dirty="0"/>
              <a:t> (consulta de CEP - </a:t>
            </a:r>
            <a:r>
              <a:rPr lang="pt-BR" dirty="0">
                <a:hlinkClick r:id="rId2"/>
              </a:rPr>
              <a:t>https://viacep.com.br/</a:t>
            </a:r>
            <a:r>
              <a:rPr lang="pt-BR" dirty="0"/>
              <a:t>) monte um formulário de preenchimento automático de endereços com HTML e Requisições FETCH</a:t>
            </a:r>
          </a:p>
          <a:p>
            <a:r>
              <a:rPr lang="pt-BR" dirty="0"/>
              <a:t>O usuário deverá digitar um valor de CEP e, ao clicar no botão de pesquisa, os demais campos (Rua, complemento, bairro, cidade, estado) deverão ser preenchidos automaticamente.</a:t>
            </a:r>
          </a:p>
        </p:txBody>
      </p:sp>
    </p:spTree>
    <p:extLst>
      <p:ext uri="{BB962C8B-B14F-4D97-AF65-F5344CB8AC3E}">
        <p14:creationId xmlns:p14="http://schemas.microsoft.com/office/powerpoint/2010/main" val="475719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B3305-6B06-46F2-6DEF-3FD5F7FA2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AXIOS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3CDE22-1D3D-E14F-7D69-AE07A5678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7" y="1744825"/>
            <a:ext cx="10467571" cy="4134768"/>
          </a:xfrm>
        </p:spPr>
        <p:txBody>
          <a:bodyPr>
            <a:normAutofit/>
          </a:bodyPr>
          <a:lstStyle/>
          <a:p>
            <a:r>
              <a:rPr lang="pt-BR" dirty="0"/>
              <a:t>Outra maneira de fazer requisições HTTP</a:t>
            </a:r>
          </a:p>
          <a:p>
            <a:endParaRPr lang="pt-BR" dirty="0"/>
          </a:p>
          <a:p>
            <a:r>
              <a:rPr lang="pt-BR" dirty="0"/>
              <a:t>Para utilizar o AXIOS, precisamos instalar via NPM ou importá-lo de uma CDN: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&lt;script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="https://unpkg.com/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axios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/axios.min.js"&gt;&lt;/script&gt;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&lt;script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="https://cdn.jsdelivr.net/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axios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/axios.min.js"&gt;&lt;/script&gt;</a:t>
            </a:r>
          </a:p>
          <a:p>
            <a:endParaRPr lang="pt-BR" dirty="0"/>
          </a:p>
          <a:p>
            <a:r>
              <a:rPr lang="pt-BR" dirty="0"/>
              <a:t>Depois, importamos ele diretamente e já podemos fazer a primeira chamada:</a:t>
            </a:r>
          </a:p>
          <a:p>
            <a:pPr marL="0" indent="0">
              <a:buNone/>
            </a:pP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axios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'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axios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</a:p>
          <a:p>
            <a:pPr marL="0" indent="0">
              <a:buNone/>
            </a:pP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dirty="0"/>
              <a:t>O </a:t>
            </a:r>
            <a:r>
              <a:rPr lang="pt-BR" dirty="0" err="1"/>
              <a:t>import</a:t>
            </a:r>
            <a:r>
              <a:rPr lang="pt-BR" dirty="0"/>
              <a:t> não é necessário no Javascript puro!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548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9A5158-FE7B-DB98-B28D-ED4807857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AXIOS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D7180A-3A32-AC15-2726-F7BA31060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91641"/>
            <a:ext cx="10178322" cy="1737359"/>
          </a:xfrm>
        </p:spPr>
        <p:txBody>
          <a:bodyPr/>
          <a:lstStyle/>
          <a:p>
            <a:r>
              <a:rPr lang="pt-BR" dirty="0"/>
              <a:t>Após realizar a importação da biblioteca, podemos fazer a requisição:</a:t>
            </a:r>
          </a:p>
          <a:p>
            <a:r>
              <a:rPr lang="pt-BR" dirty="0"/>
              <a:t>Como é uma classe baseada em </a:t>
            </a:r>
            <a:r>
              <a:rPr lang="pt-BR" dirty="0" err="1"/>
              <a:t>promise</a:t>
            </a:r>
            <a:r>
              <a:rPr lang="pt-BR" dirty="0"/>
              <a:t>, podemos lidar com o sucesso e a falha da chamada: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6A2F50F-140F-8FD7-C158-B413B17BE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212" y="3321698"/>
            <a:ext cx="8071253" cy="300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00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DDB78F-D239-ED8C-F5FF-1B4F8B9AD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AXIOS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D14114-A8C9-D81A-44B7-CF5F6634C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062065"/>
            <a:ext cx="10178322" cy="4320074"/>
          </a:xfrm>
        </p:spPr>
        <p:txBody>
          <a:bodyPr/>
          <a:lstStyle/>
          <a:p>
            <a:r>
              <a:rPr lang="pt-BR" dirty="0"/>
              <a:t>Com AXIOS, é mais fácil realizar outras operações HTTP além do GET: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axios.get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axios.delete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axios.head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axios.options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axios.post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', { ...dados })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axios.put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', { ...dados })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axios.patch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', { ...dados })</a:t>
            </a:r>
          </a:p>
        </p:txBody>
      </p:sp>
    </p:spTree>
    <p:extLst>
      <p:ext uri="{BB962C8B-B14F-4D97-AF65-F5344CB8AC3E}">
        <p14:creationId xmlns:p14="http://schemas.microsoft.com/office/powerpoint/2010/main" val="2959676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4E0C6D-6E77-BEB8-B5E9-8AC8F10F3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EXERCício</a:t>
            </a:r>
            <a:r>
              <a:rPr lang="pt-BR" dirty="0"/>
              <a:t> 16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FB8708-75A2-C33E-2AA4-33CE5FC91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Realize uma requisição GET com AXIOS na API VIACEP (</a:t>
            </a:r>
            <a:r>
              <a:rPr lang="pt-BR" dirty="0">
                <a:hlinkClick r:id="rId2"/>
              </a:rPr>
              <a:t>https://viacep.com.br/</a:t>
            </a:r>
            <a:r>
              <a:rPr lang="pt-BR" dirty="0"/>
              <a:t>)</a:t>
            </a:r>
          </a:p>
          <a:p>
            <a:r>
              <a:rPr lang="pt-BR" dirty="0"/>
              <a:t>Utilize o .</a:t>
            </a:r>
            <a:r>
              <a:rPr lang="pt-BR" dirty="0" err="1"/>
              <a:t>them</a:t>
            </a:r>
            <a:r>
              <a:rPr lang="pt-BR" dirty="0"/>
              <a:t> para recuperar a resposta</a:t>
            </a:r>
          </a:p>
          <a:p>
            <a:r>
              <a:rPr lang="pt-BR" dirty="0"/>
              <a:t>Utilize o .catch para tratar eventuais erros</a:t>
            </a:r>
          </a:p>
        </p:txBody>
      </p:sp>
    </p:spTree>
    <p:extLst>
      <p:ext uri="{BB962C8B-B14F-4D97-AF65-F5344CB8AC3E}">
        <p14:creationId xmlns:p14="http://schemas.microsoft.com/office/powerpoint/2010/main" val="275225613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7205BA-A21E-9452-C438-25755F6E4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17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542352-0AD5-F202-6621-031C27ABA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Realize uma chamada à API da NASA, usando token de autenticação;</a:t>
            </a:r>
          </a:p>
          <a:p>
            <a:r>
              <a:rPr lang="pt-BR" dirty="0"/>
              <a:t>Entre no site </a:t>
            </a:r>
            <a:r>
              <a:rPr lang="pt-BR" dirty="0">
                <a:hlinkClick r:id="rId2"/>
              </a:rPr>
              <a:t>https://api.nasa.gov/</a:t>
            </a:r>
            <a:r>
              <a:rPr lang="pt-BR" dirty="0"/>
              <a:t> e faça sua autenticação para receber um token;</a:t>
            </a:r>
          </a:p>
          <a:p>
            <a:r>
              <a:rPr lang="pt-BR" dirty="0"/>
              <a:t>Realize uma requisição GET com AXIOS, na API APOD (</a:t>
            </a:r>
            <a:r>
              <a:rPr lang="pt-BR" dirty="0" err="1"/>
              <a:t>Astronomy</a:t>
            </a:r>
            <a:r>
              <a:rPr lang="pt-BR" dirty="0"/>
              <a:t> Picture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Day);</a:t>
            </a:r>
          </a:p>
          <a:p>
            <a:r>
              <a:rPr lang="pt-BR" dirty="0"/>
              <a:t>Não esqueça de informar o parâmetro de autenticação “</a:t>
            </a:r>
            <a:r>
              <a:rPr lang="pt-BR" dirty="0" err="1"/>
              <a:t>api_key</a:t>
            </a:r>
            <a:r>
              <a:rPr lang="pt-BR" dirty="0"/>
              <a:t>”;</a:t>
            </a:r>
          </a:p>
          <a:p>
            <a:r>
              <a:rPr lang="pt-BR" dirty="0"/>
              <a:t>Esta chamada retorna uma imagem, que você deverá exibir em seu </a:t>
            </a:r>
            <a:r>
              <a:rPr lang="pt-BR" dirty="0" err="1"/>
              <a:t>html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657994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22DEA0-2C1A-234F-0583-F5DD28757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18 – AXIOS GET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AE1198-7647-1909-2AAD-98B8B9486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Utilize a API JSON </a:t>
            </a:r>
            <a:r>
              <a:rPr lang="pt-BR" dirty="0" err="1"/>
              <a:t>Placeholder</a:t>
            </a:r>
            <a:r>
              <a:rPr lang="pt-BR" dirty="0"/>
              <a:t> para gerar uma lista de usuários e respectivos e-mails em um HTML</a:t>
            </a:r>
          </a:p>
          <a:p>
            <a:pPr marL="0" indent="0">
              <a:buNone/>
            </a:pP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`https://jsonplaceholder.typicode.com/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dirty="0"/>
              <a:t>A página deverá ser inicializada com um botão. Ao ser acionado, a lista “NOME / E-MAIL” deverá ser apresentada no </a:t>
            </a:r>
            <a:r>
              <a:rPr lang="pt-BR" dirty="0" err="1"/>
              <a:t>html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Refaça o exercício acima para que seja gerada uma </a:t>
            </a:r>
            <a:r>
              <a:rPr lang="pt-BR" dirty="0" err="1"/>
              <a:t>combobox</a:t>
            </a:r>
            <a:r>
              <a:rPr lang="pt-BR" dirty="0"/>
              <a:t> (</a:t>
            </a:r>
            <a:r>
              <a:rPr lang="pt-BR" dirty="0" err="1"/>
              <a:t>select-option</a:t>
            </a:r>
            <a:r>
              <a:rPr lang="pt-BR" dirty="0"/>
              <a:t>) em HTML com todas as opções de usuário disponíveis na API</a:t>
            </a:r>
          </a:p>
        </p:txBody>
      </p:sp>
    </p:spTree>
    <p:extLst>
      <p:ext uri="{BB962C8B-B14F-4D97-AF65-F5344CB8AC3E}">
        <p14:creationId xmlns:p14="http://schemas.microsoft.com/office/powerpoint/2010/main" val="10175724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BE870F-D025-BCB3-836E-7A8463BA2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19 – AXIOS POST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6B5556-CED1-6924-0CC0-4B19737D2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710" y="1720645"/>
            <a:ext cx="5503154" cy="4483510"/>
          </a:xfrm>
        </p:spPr>
        <p:txBody>
          <a:bodyPr>
            <a:normAutofit/>
          </a:bodyPr>
          <a:lstStyle/>
          <a:p>
            <a:r>
              <a:rPr lang="pt-BR" sz="2400" dirty="0"/>
              <a:t>Usando a API abaixo, realize uma requisição POST registrando um novo produto conforme JSON.</a:t>
            </a:r>
          </a:p>
          <a:p>
            <a:r>
              <a:rPr lang="pt-BR" sz="2400" dirty="0"/>
              <a:t>Recupere o ID do produto gerado pela API (pegar a response) e realize uma consulta GET a este ID para verificar se o produto foi corretamente cadastrado.</a:t>
            </a:r>
          </a:p>
          <a:p>
            <a:endParaRPr lang="pt-BR" sz="2400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pt-BR" sz="2000" b="1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https://api.restful-api.dev/objects</a:t>
            </a:r>
            <a:endParaRPr lang="pt-BR" sz="20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pt-BR" sz="1800" dirty="0"/>
          </a:p>
          <a:p>
            <a:pPr marL="0" indent="0">
              <a:buNone/>
            </a:pPr>
            <a:endParaRPr lang="pt-BR" sz="1800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C307444-ED00-C310-A5BF-77D62F81FC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1348" y="1992504"/>
            <a:ext cx="5292665" cy="36735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dados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  <a:endParaRPr lang="pt-BR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"Samsung Galaxy book 2 pro"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 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"data"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     "</a:t>
            </a:r>
            <a:r>
              <a:rPr lang="pt-B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2024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1849.99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"CPU model"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"Intel Core i7"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"Hard disk </a:t>
            </a:r>
            <a:r>
              <a:rPr lang="pt-B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 TB"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4434551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CBD8E64E-4D41-D0A0-EB2A-218140DA8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u="sng" dirty="0"/>
              <a:t>Orientação a objetos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2A421738-3731-503A-59E2-56FA6B9C4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025950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6EA19B4-5A66-393E-B28F-039645ABF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 em </a:t>
            </a:r>
            <a:r>
              <a:rPr lang="pt-BR" dirty="0" err="1"/>
              <a:t>javascript</a:t>
            </a:r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F789DDF3-7072-B590-4545-B872BBF75B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1874517"/>
            <a:ext cx="4800600" cy="1727973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Para declarar uma classe, você deve usar a palavra-chave </a:t>
            </a:r>
            <a:r>
              <a:rPr lang="pt-BR" b="1" i="1" dirty="0" err="1"/>
              <a:t>class</a:t>
            </a:r>
            <a:r>
              <a:rPr lang="pt-BR" dirty="0"/>
              <a:t> seguida pelo nome da classe (neste exemplo, </a:t>
            </a:r>
            <a:r>
              <a:rPr lang="pt-BR" dirty="0" err="1"/>
              <a:t>Retangulo</a:t>
            </a:r>
            <a:r>
              <a:rPr lang="pt-BR" dirty="0"/>
              <a:t>)</a:t>
            </a:r>
          </a:p>
          <a:p>
            <a:r>
              <a:rPr lang="pt-BR" dirty="0"/>
              <a:t>Para criar um objeto de uma classe, devemos utilizar a palavra </a:t>
            </a:r>
            <a:r>
              <a:rPr lang="pt-BR" b="1" i="1" dirty="0"/>
              <a:t>new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187BE8F-67DF-DF72-CBA4-BA8BCCDE1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48" y="3827666"/>
            <a:ext cx="4701252" cy="2713972"/>
          </a:xfrm>
          <a:prstGeom prst="rect">
            <a:avLst/>
          </a:prstGeom>
        </p:spPr>
      </p:pic>
      <p:sp>
        <p:nvSpPr>
          <p:cNvPr id="11" name="Espaço Reservado para Conteúdo 4">
            <a:extLst>
              <a:ext uri="{FF2B5EF4-FFF2-40B4-BE49-F238E27FC236}">
                <a16:creationId xmlns:a16="http://schemas.microsoft.com/office/drawing/2014/main" id="{11D20A89-CF20-C1A9-6201-E6DF17008A79}"/>
              </a:ext>
            </a:extLst>
          </p:cNvPr>
          <p:cNvSpPr txBox="1">
            <a:spLocks/>
          </p:cNvSpPr>
          <p:nvPr/>
        </p:nvSpPr>
        <p:spPr>
          <a:xfrm>
            <a:off x="6555840" y="1874516"/>
            <a:ext cx="4800600" cy="1727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ATENÇÃO: ao contrário das funções, as classes precisam ser declaradas no código ANTES de serem referenciadas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497741B-E6C6-FF0A-28E9-30172B18D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840" y="4179885"/>
            <a:ext cx="4919484" cy="114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50073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7EA93D-48B3-4E49-E61B-F98B2F3B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 EM JAVASCRIPT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B0CFC88D-2C03-3C62-8026-D39D9CFEF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264733" y="1832776"/>
            <a:ext cx="3092115" cy="4164164"/>
          </a:xfrm>
        </p:spPr>
        <p:txBody>
          <a:bodyPr>
            <a:normAutofit/>
          </a:bodyPr>
          <a:lstStyle/>
          <a:p>
            <a:r>
              <a:rPr lang="pt-BR" sz="2000" dirty="0"/>
              <a:t>O método </a:t>
            </a:r>
            <a:r>
              <a:rPr lang="pt-BR" sz="2000" b="1" i="1" dirty="0" err="1"/>
              <a:t>constructor</a:t>
            </a:r>
            <a:r>
              <a:rPr lang="pt-BR" sz="2000" dirty="0"/>
              <a:t> é um tipo especial de método para criar e iniciar um objeto criado pela classe. </a:t>
            </a:r>
          </a:p>
          <a:p>
            <a:r>
              <a:rPr lang="pt-BR" sz="2000" dirty="0"/>
              <a:t>Só pode existir um método especial com o nome </a:t>
            </a:r>
            <a:r>
              <a:rPr lang="pt-BR" sz="2000" b="1" i="1" dirty="0" err="1"/>
              <a:t>constructor</a:t>
            </a:r>
            <a:r>
              <a:rPr lang="pt-BR" sz="2000" dirty="0"/>
              <a:t> dentro da classe.</a:t>
            </a:r>
          </a:p>
          <a:p>
            <a:endParaRPr lang="pt-BR" sz="20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C965826-B921-3EB2-AF66-B4B5268BE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32250"/>
            <a:ext cx="6068567" cy="619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3312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FB302F6-AA9A-6345-EE7F-9C2AD31A0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20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699FF77-FEE7-2A53-0481-75607F84A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Crie uma classe “Circulo” em Javascript;</a:t>
            </a:r>
          </a:p>
          <a:p>
            <a:r>
              <a:rPr lang="pt-BR" dirty="0"/>
              <a:t>A classe deve conter um construtor recebendo o parâmetro “raio”;</a:t>
            </a:r>
          </a:p>
          <a:p>
            <a:r>
              <a:rPr lang="pt-BR" dirty="0"/>
              <a:t>A classe deve possuir um método que retorne a área do círculo.</a:t>
            </a:r>
          </a:p>
        </p:txBody>
      </p:sp>
    </p:spTree>
    <p:extLst>
      <p:ext uri="{BB962C8B-B14F-4D97-AF65-F5344CB8AC3E}">
        <p14:creationId xmlns:p14="http://schemas.microsoft.com/office/powerpoint/2010/main" val="88119228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9884CF-AAD3-C4C0-35DB-5ED8B468D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HERANÇa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59A558-B1CE-EB6B-2624-991479F2B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palavra-chave </a:t>
            </a:r>
            <a:r>
              <a:rPr lang="pt-BR" b="1" i="1" dirty="0" err="1"/>
              <a:t>extends</a:t>
            </a:r>
            <a:r>
              <a:rPr lang="pt-BR" dirty="0"/>
              <a:t> é usada na declaração de uma classe para expressar que ela será </a:t>
            </a:r>
            <a:r>
              <a:rPr lang="pt-BR" b="1" i="1" dirty="0"/>
              <a:t>filha</a:t>
            </a:r>
            <a:r>
              <a:rPr lang="pt-BR" dirty="0"/>
              <a:t> de outra classe;</a:t>
            </a:r>
          </a:p>
          <a:p>
            <a:r>
              <a:rPr lang="pt-BR" dirty="0"/>
              <a:t>Como a classe filha herda as propriedades de sua classe “pai”, é necessário acionar o construtor da classe pai através da palavra </a:t>
            </a:r>
            <a:r>
              <a:rPr lang="pt-BR" b="1" i="1" dirty="0"/>
              <a:t>super</a:t>
            </a:r>
            <a:r>
              <a:rPr lang="pt-B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14081827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AF7348-39F8-94D9-6223-60C7D65D6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21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0F4BB9-0C93-29B0-4969-B0D51F47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Crie uma classe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MembroEscola</a:t>
            </a:r>
            <a:r>
              <a:rPr lang="pt-BR" dirty="0"/>
              <a:t> contendo os atributos nome,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matricula</a:t>
            </a:r>
            <a:r>
              <a:rPr lang="pt-BR" dirty="0"/>
              <a:t> e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faltas</a:t>
            </a:r>
            <a:r>
              <a:rPr lang="pt-BR" dirty="0"/>
              <a:t> e os métodos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registrarFalta</a:t>
            </a:r>
            <a:r>
              <a:rPr lang="pt-BR" dirty="0"/>
              <a:t> e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abonarFalta</a:t>
            </a:r>
            <a:r>
              <a:rPr lang="pt-BR" dirty="0"/>
              <a:t>.</a:t>
            </a:r>
          </a:p>
          <a:p>
            <a:r>
              <a:rPr lang="pt-BR" dirty="0"/>
              <a:t>Depois, crie as subclasses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Aluno</a:t>
            </a:r>
            <a:r>
              <a:rPr lang="pt-BR" dirty="0"/>
              <a:t> e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MembroEscola</a:t>
            </a:r>
            <a:r>
              <a:rPr lang="pt-BR" dirty="0"/>
              <a:t>, que deverão herdar da superclasse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MembroEscola</a:t>
            </a:r>
            <a:r>
              <a:rPr lang="pt-BR" dirty="0"/>
              <a:t>.</a:t>
            </a:r>
          </a:p>
          <a:p>
            <a:r>
              <a:rPr lang="pt-BR" dirty="0"/>
              <a:t>A classe Aluno deverá ter os atributos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nome</a:t>
            </a:r>
            <a:r>
              <a:rPr lang="pt-BR" dirty="0"/>
              <a:t>,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matrícula</a:t>
            </a:r>
            <a:r>
              <a:rPr lang="pt-BR" dirty="0"/>
              <a:t> e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curso</a:t>
            </a:r>
            <a:r>
              <a:rPr lang="pt-BR" dirty="0"/>
              <a:t> em seu método construtor, além do método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solicitarDeclaracao</a:t>
            </a:r>
            <a:r>
              <a:rPr lang="pt-BR" dirty="0"/>
              <a:t>.</a:t>
            </a:r>
          </a:p>
          <a:p>
            <a:r>
              <a:rPr lang="pt-BR" dirty="0"/>
              <a:t>A classe Professor deverá ter os atributos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nome</a:t>
            </a:r>
            <a:r>
              <a:rPr lang="pt-BR" dirty="0"/>
              <a:t>,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matricula</a:t>
            </a:r>
            <a:r>
              <a:rPr lang="pt-BR" dirty="0"/>
              <a:t> e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cargaHoraria</a:t>
            </a:r>
            <a:r>
              <a:rPr lang="pt-BR" dirty="0"/>
              <a:t> em seu construtor, e também o método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lancarNota</a:t>
            </a:r>
            <a:r>
              <a:rPr lang="pt-BR" dirty="0"/>
              <a:t>, contendo os parâmetros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matriculaAluno</a:t>
            </a:r>
            <a:r>
              <a:rPr lang="pt-BR" dirty="0"/>
              <a:t> e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nota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036165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0A4F1-4F98-FB99-DA4C-43EB3D5C8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ENCAPSULAMENTO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EBD64E-7181-0A82-86C2-F258F4172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066545"/>
            <a:ext cx="10178322" cy="4206240"/>
          </a:xfrm>
        </p:spPr>
        <p:txBody>
          <a:bodyPr>
            <a:normAutofit/>
          </a:bodyPr>
          <a:lstStyle/>
          <a:p>
            <a:r>
              <a:rPr lang="pt-PT" dirty="0"/>
              <a:t>O encapsulamento </a:t>
            </a:r>
            <a:r>
              <a:rPr lang="pt-PT" b="1" dirty="0"/>
              <a:t>permite que os detalhes de implementação de um objeto sejam alterados sem afetar o restante do sistema, tornando o código mais flexível e fácil de manter</a:t>
            </a:r>
            <a:r>
              <a:rPr lang="pt-PT" dirty="0"/>
              <a:t>. Com isso, os objetos podem ser reutilizados em diferentes partes do sistema sem que haja preocupação com os detalhes de implementação;</a:t>
            </a:r>
          </a:p>
          <a:p>
            <a:endParaRPr lang="pt-PT" dirty="0"/>
          </a:p>
          <a:p>
            <a:r>
              <a:rPr lang="pt-PT" dirty="0"/>
              <a:t>Para encapsular uma classe, você deve:</a:t>
            </a:r>
          </a:p>
          <a:p>
            <a:pPr lvl="1"/>
            <a:r>
              <a:rPr lang="pt-BR" dirty="0"/>
              <a:t>Tornar Atributos Privados(</a:t>
            </a:r>
            <a:r>
              <a:rPr lang="pt-BR" dirty="0" err="1"/>
              <a:t>private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Criar Métodos </a:t>
            </a:r>
            <a:r>
              <a:rPr lang="pt-BR" dirty="0" err="1"/>
              <a:t>Getters</a:t>
            </a:r>
            <a:r>
              <a:rPr lang="pt-BR" dirty="0"/>
              <a:t> e </a:t>
            </a:r>
            <a:r>
              <a:rPr lang="pt-BR" dirty="0" err="1"/>
              <a:t>Setters</a:t>
            </a:r>
            <a:endParaRPr lang="pt-BR" dirty="0"/>
          </a:p>
          <a:p>
            <a:pPr lvl="1"/>
            <a:r>
              <a:rPr lang="pt-BR" dirty="0"/>
              <a:t>Validar Entradas</a:t>
            </a:r>
          </a:p>
          <a:p>
            <a:pPr lvl="1"/>
            <a:r>
              <a:rPr lang="pt-BR" dirty="0"/>
              <a:t>Manter Métodos Relevantes.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046197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0A4F1-4F98-FB99-DA4C-43EB3D5C8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ENCAPSULAMENTO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EBD64E-7181-0A82-86C2-F258F41729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pt-PT" dirty="0"/>
              <a:t>Atributos privados não estão totalmente implementados em javascript;</a:t>
            </a:r>
          </a:p>
          <a:p>
            <a:r>
              <a:rPr lang="pt-PT" dirty="0"/>
              <a:t>Como convenção, usamos o caracter “#” para criar atributos e métodos privados;</a:t>
            </a:r>
          </a:p>
          <a:p>
            <a:endParaRPr lang="pt-PT" dirty="0"/>
          </a:p>
          <a:p>
            <a:endParaRPr lang="pt-PT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AAB3CCF-8129-396D-E907-06810BCB8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93421"/>
            <a:ext cx="4800600" cy="460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27604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4B74CA-9653-15CE-E2A8-98C4568ED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ENcapsulamento</a:t>
            </a:r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21D253B2-7698-F816-6264-054436089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métodos em Javascript podem ser privados apenas para métodos de classe, também chamados </a:t>
            </a:r>
            <a:r>
              <a:rPr lang="pt-BR" b="1" i="1" dirty="0"/>
              <a:t>métodos estáticos</a:t>
            </a:r>
            <a:r>
              <a:rPr lang="pt-BR" dirty="0"/>
              <a:t>;</a:t>
            </a:r>
          </a:p>
          <a:p>
            <a:r>
              <a:rPr lang="pt-BR" dirty="0"/>
              <a:t>Métodos </a:t>
            </a:r>
            <a:r>
              <a:rPr lang="pt-BR" b="1" i="1" dirty="0" err="1"/>
              <a:t>métodos</a:t>
            </a:r>
            <a:r>
              <a:rPr lang="pt-BR" b="1" i="1" dirty="0"/>
              <a:t> estáticos</a:t>
            </a:r>
            <a:r>
              <a:rPr lang="pt-BR" dirty="0"/>
              <a:t> são utilizados como funções auxiliares, executadas dentro de uma classe, e não podem ser chamados a partir de seus objetos.</a:t>
            </a:r>
          </a:p>
        </p:txBody>
      </p:sp>
    </p:spTree>
    <p:extLst>
      <p:ext uri="{BB962C8B-B14F-4D97-AF65-F5344CB8AC3E}">
        <p14:creationId xmlns:p14="http://schemas.microsoft.com/office/powerpoint/2010/main" val="299405485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0A4F1-4F98-FB99-DA4C-43EB3D5C8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ENCAPSULAMENTO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EBD64E-7181-0A82-86C2-F258F41729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2895" y="1622323"/>
            <a:ext cx="3990344" cy="42831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Métodos </a:t>
            </a:r>
            <a:r>
              <a:rPr lang="pt-BR" b="1" dirty="0" err="1"/>
              <a:t>Getters</a:t>
            </a:r>
            <a:r>
              <a:rPr lang="pt-BR" b="1" dirty="0"/>
              <a:t> e </a:t>
            </a:r>
            <a:r>
              <a:rPr lang="pt-BR" b="1" dirty="0" err="1"/>
              <a:t>Setters</a:t>
            </a:r>
            <a:endParaRPr lang="pt-BR" b="1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 err="1"/>
              <a:t>Getter</a:t>
            </a:r>
            <a:endParaRPr lang="pt-BR" b="1" dirty="0"/>
          </a:p>
          <a:p>
            <a:r>
              <a:rPr lang="pt-BR" dirty="0"/>
              <a:t>O </a:t>
            </a:r>
            <a:r>
              <a:rPr lang="pt-BR" b="1" dirty="0" err="1"/>
              <a:t>getter</a:t>
            </a:r>
            <a:r>
              <a:rPr lang="pt-BR" dirty="0"/>
              <a:t>, com a sintaxe </a:t>
            </a:r>
            <a:r>
              <a:rPr lang="pt-BR" b="1" dirty="0" err="1"/>
              <a:t>get</a:t>
            </a:r>
            <a:r>
              <a:rPr lang="pt-BR" dirty="0"/>
              <a:t> é associado a uma função que será chamada quando a propriedade em questão for acessada e solicitada de forma dinâmica. </a:t>
            </a:r>
          </a:p>
          <a:p>
            <a:r>
              <a:rPr lang="pt-BR" dirty="0"/>
              <a:t>É possível utilizá-la para retornar o valor de uma variável interna, sem utilizar métodos de forma explícita. </a:t>
            </a:r>
          </a:p>
          <a:p>
            <a:endParaRPr lang="pt-BR" dirty="0"/>
          </a:p>
          <a:p>
            <a:endParaRPr lang="pt-PT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0BEC119-EC21-7FD3-5B2E-98BD147B84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853A50D-0AF4-8E64-8790-0533EDA1F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603" y="1874517"/>
            <a:ext cx="6629907" cy="403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26534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0A4F1-4F98-FB99-DA4C-43EB3D5C8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ENCAPSULAMENTO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EBD64E-7181-0A82-86C2-F258F41729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2895" y="1622323"/>
            <a:ext cx="4224344" cy="42831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Métodos </a:t>
            </a:r>
            <a:r>
              <a:rPr lang="pt-BR" b="1" dirty="0" err="1"/>
              <a:t>Getters</a:t>
            </a:r>
            <a:r>
              <a:rPr lang="pt-BR" b="1" dirty="0"/>
              <a:t> e </a:t>
            </a:r>
            <a:r>
              <a:rPr lang="pt-BR" b="1" dirty="0" err="1"/>
              <a:t>Setters</a:t>
            </a:r>
            <a:endParaRPr lang="pt-BR" b="1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 err="1"/>
              <a:t>Setter</a:t>
            </a:r>
            <a:endParaRPr lang="pt-BR" b="1" dirty="0"/>
          </a:p>
          <a:p>
            <a:r>
              <a:rPr lang="pt-BR" dirty="0"/>
              <a:t>Geralmente usados junto com os </a:t>
            </a:r>
            <a:r>
              <a:rPr lang="pt-BR" dirty="0" err="1"/>
              <a:t>getters</a:t>
            </a:r>
            <a:r>
              <a:rPr lang="pt-BR" dirty="0"/>
              <a:t>, os </a:t>
            </a:r>
            <a:r>
              <a:rPr lang="pt-BR" b="1" dirty="0" err="1"/>
              <a:t>setters</a:t>
            </a:r>
            <a:r>
              <a:rPr lang="pt-BR" dirty="0"/>
              <a:t> são utilizados para definirem valores para uma propriedade específica.</a:t>
            </a:r>
          </a:p>
          <a:p>
            <a:endParaRPr lang="pt-BR" dirty="0"/>
          </a:p>
          <a:p>
            <a:endParaRPr lang="pt-PT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86B90A2-8BED-E36B-B2FB-B0E4EA8AC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984" y="1430775"/>
            <a:ext cx="5282799" cy="491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84499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0C348-4DF6-7438-A7A1-86F27D1D1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22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3EB375-1BDF-C66A-C967-5CC8C1168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Crie uma classe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Usuario</a:t>
            </a:r>
            <a:r>
              <a:rPr lang="pt-BR" dirty="0"/>
              <a:t> contendo os atributos login e senha, sendo que senha deve ser um atributo privado;</a:t>
            </a:r>
          </a:p>
          <a:p>
            <a:r>
              <a:rPr lang="pt-BR" dirty="0"/>
              <a:t>A classe deverá conter os métodos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antenticarSenha</a:t>
            </a:r>
            <a:r>
              <a:rPr lang="pt-BR" dirty="0"/>
              <a:t>(s), que verifica se uma senha informada no parâmetro s é igual à senha armazenada no objeto criado a partir do usuário;</a:t>
            </a:r>
          </a:p>
          <a:p>
            <a:r>
              <a:rPr lang="pt-BR" dirty="0"/>
              <a:t>A classe deverá conter também os métodos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pt-BR" dirty="0"/>
              <a:t>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getSenha</a:t>
            </a:r>
            <a:r>
              <a:rPr lang="pt-BR" dirty="0"/>
              <a:t>, para retornar a senha do usuário, e set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novaSenha</a:t>
            </a:r>
            <a:r>
              <a:rPr lang="pt-BR" dirty="0"/>
              <a:t>(s) para cadastro de nova senha. Este último só deve permitir o cadastro de senhas com 6 caracteres.</a:t>
            </a:r>
          </a:p>
        </p:txBody>
      </p:sp>
    </p:spTree>
    <p:extLst>
      <p:ext uri="{BB962C8B-B14F-4D97-AF65-F5344CB8AC3E}">
        <p14:creationId xmlns:p14="http://schemas.microsoft.com/office/powerpoint/2010/main" val="159541967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6838FE-F5BA-12C9-462B-050E3BF62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23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687C2C2-369E-5D44-4354-BEE40E1D2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157" y="1278023"/>
            <a:ext cx="5467703" cy="5197592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8B4DACCF-8CC8-49E9-8F32-A3FE8B90D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15845"/>
            <a:ext cx="4736167" cy="4839119"/>
          </a:xfrm>
        </p:spPr>
        <p:txBody>
          <a:bodyPr>
            <a:normAutofit/>
          </a:bodyPr>
          <a:lstStyle/>
          <a:p>
            <a:r>
              <a:rPr lang="pt-BR" dirty="0"/>
              <a:t>Criar classes especificadas ao lado;</a:t>
            </a:r>
          </a:p>
          <a:p>
            <a:r>
              <a:rPr lang="pt-BR" dirty="0"/>
              <a:t>Atributo senha deve ser privado e acessado e alterado apenas pelo </a:t>
            </a:r>
            <a:r>
              <a:rPr lang="pt-BR" dirty="0" err="1"/>
              <a:t>getter</a:t>
            </a:r>
            <a:r>
              <a:rPr lang="pt-BR" dirty="0"/>
              <a:t> &amp; </a:t>
            </a:r>
            <a:r>
              <a:rPr lang="pt-BR" dirty="0" err="1"/>
              <a:t>setter</a:t>
            </a:r>
            <a:r>
              <a:rPr lang="pt-BR" dirty="0"/>
              <a:t>;</a:t>
            </a:r>
          </a:p>
          <a:p>
            <a:r>
              <a:rPr lang="pt-BR" dirty="0"/>
              <a:t>O método privado </a:t>
            </a:r>
            <a:r>
              <a:rPr lang="pt-BR" dirty="0" err="1"/>
              <a:t>validarSenha</a:t>
            </a:r>
            <a:r>
              <a:rPr lang="pt-BR" dirty="0"/>
              <a:t>(s) deve ser executado sempre que o usuário definir uma nova senha, permitindo apenas 6 caracteres;</a:t>
            </a:r>
          </a:p>
          <a:p>
            <a:r>
              <a:rPr lang="pt-BR" dirty="0"/>
              <a:t>O </a:t>
            </a:r>
            <a:r>
              <a:rPr lang="pt-BR" dirty="0" err="1"/>
              <a:t>metodoEstatico</a:t>
            </a:r>
            <a:r>
              <a:rPr lang="pt-BR" dirty="0"/>
              <a:t> só pode ser acessado pela classe, e não por suas instâncias.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635988"/>
      </p:ext>
    </p:extLst>
  </p:cSld>
  <p:clrMapOvr>
    <a:masterClrMapping/>
  </p:clrMapOvr>
</p:sld>
</file>

<file path=ppt/theme/theme1.xml><?xml version="1.0" encoding="utf-8"?>
<a:theme xmlns:a="http://schemas.openxmlformats.org/drawingml/2006/main" name="Selo">
  <a:themeElements>
    <a:clrScheme name="Selo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Sel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l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TM10001106[[fn=Selo]]</Template>
  <TotalTime>3350</TotalTime>
  <Words>4482</Words>
  <Application>Microsoft Office PowerPoint</Application>
  <PresentationFormat>Widescreen</PresentationFormat>
  <Paragraphs>463</Paragraphs>
  <Slides>89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89</vt:i4>
      </vt:variant>
    </vt:vector>
  </HeadingPairs>
  <TitlesOfParts>
    <vt:vector size="95" baseType="lpstr">
      <vt:lpstr>Arial</vt:lpstr>
      <vt:lpstr>Consolas</vt:lpstr>
      <vt:lpstr>Courier New</vt:lpstr>
      <vt:lpstr>Gill Sans MT</vt:lpstr>
      <vt:lpstr>Impact</vt:lpstr>
      <vt:lpstr>Selo</vt:lpstr>
      <vt:lpstr>javaScript</vt:lpstr>
      <vt:lpstr>Variáveis e tipos</vt:lpstr>
      <vt:lpstr>Declaração de Variáveis</vt:lpstr>
      <vt:lpstr>Tipos</vt:lpstr>
      <vt:lpstr>Desvios condicionais</vt:lpstr>
      <vt:lpstr>Bloco de comandos</vt:lpstr>
      <vt:lpstr>DESVIO CONDICIONAL</vt:lpstr>
      <vt:lpstr>DESVIO CONDICIONAL</vt:lpstr>
      <vt:lpstr>DESVIO CONDICIONAL</vt:lpstr>
      <vt:lpstr>DESVIO CONDICIONAL</vt:lpstr>
      <vt:lpstr>DESVIO CONDICIONAL</vt:lpstr>
      <vt:lpstr>EXERCÍCIO 01 – Sinal de Trânsito</vt:lpstr>
      <vt:lpstr>EXERCÍCIO 01 – Boletim ESCOLAR</vt:lpstr>
      <vt:lpstr>DESVIO CONDICIONAL</vt:lpstr>
      <vt:lpstr>DESVIO CONDICIONAL</vt:lpstr>
      <vt:lpstr>EXERCÍCIO 02 – CALCULADORA SIMPLES COM SWITCH</vt:lpstr>
      <vt:lpstr>MANIPULAÇÃO DE ERROS</vt:lpstr>
      <vt:lpstr>EXERCÍCIO 03</vt:lpstr>
      <vt:lpstr>Laços DE REPETIÇÃO</vt:lpstr>
      <vt:lpstr>LAÇOS DE REPETIÇÃO</vt:lpstr>
      <vt:lpstr>Laços de repetição</vt:lpstr>
      <vt:lpstr>Laços de repetição</vt:lpstr>
      <vt:lpstr>Laços de repetição</vt:lpstr>
      <vt:lpstr>LAÇOS DE REPETIÇÃO</vt:lpstr>
      <vt:lpstr>EXERCÍCIO 04</vt:lpstr>
      <vt:lpstr>EXERCÍCIO 05</vt:lpstr>
      <vt:lpstr>EXERCÍCIO 05</vt:lpstr>
      <vt:lpstr>FUNÇÕES</vt:lpstr>
      <vt:lpstr>FUNÇÕES</vt:lpstr>
      <vt:lpstr>FUNÇÕES</vt:lpstr>
      <vt:lpstr>FUNÇÕES</vt:lpstr>
      <vt:lpstr>FUNÇÕES</vt:lpstr>
      <vt:lpstr>FUNÇÕES</vt:lpstr>
      <vt:lpstr>Apresentação do PowerPoint</vt:lpstr>
      <vt:lpstr>EXERCÍCIO 06</vt:lpstr>
      <vt:lpstr>EXERCÍCIO 07</vt:lpstr>
      <vt:lpstr>ARROW FUNCTION</vt:lpstr>
      <vt:lpstr>ARROW FUNCTION</vt:lpstr>
      <vt:lpstr>ARROW FUNCTION</vt:lpstr>
      <vt:lpstr>ARROW FUNCTION</vt:lpstr>
      <vt:lpstr>EXERCÍCIO 08</vt:lpstr>
      <vt:lpstr>ARROW FUNCTION RESUMIDA</vt:lpstr>
      <vt:lpstr>EXERCÍCIO 09</vt:lpstr>
      <vt:lpstr>Document Object Model - DOM</vt:lpstr>
      <vt:lpstr>DOM</vt:lpstr>
      <vt:lpstr>DOM</vt:lpstr>
      <vt:lpstr>Apresentação do PowerPoint</vt:lpstr>
      <vt:lpstr>DOM</vt:lpstr>
      <vt:lpstr>DOM</vt:lpstr>
      <vt:lpstr>EXERCÍCIO 10</vt:lpstr>
      <vt:lpstr>DOM – Event listener</vt:lpstr>
      <vt:lpstr>DOM – Event listener</vt:lpstr>
      <vt:lpstr>EXERCÍCIO 11</vt:lpstr>
      <vt:lpstr>EXERCÍCIO 12</vt:lpstr>
      <vt:lpstr>EXERCÍcio 13</vt:lpstr>
      <vt:lpstr>Requisições http</vt:lpstr>
      <vt:lpstr>Requisições HTTP</vt:lpstr>
      <vt:lpstr>Requisições HTTP</vt:lpstr>
      <vt:lpstr>Requisições HTTP</vt:lpstr>
      <vt:lpstr>Apresentação do PowerPoint</vt:lpstr>
      <vt:lpstr>Apresentação do PowerPoint</vt:lpstr>
      <vt:lpstr>Apresentação do PowerPoint</vt:lpstr>
      <vt:lpstr>Requests em javascript</vt:lpstr>
      <vt:lpstr>fetch</vt:lpstr>
      <vt:lpstr>FETCH - Exemplos</vt:lpstr>
      <vt:lpstr>FETCH - Exemplos</vt:lpstr>
      <vt:lpstr>Exercício 14: API Star Wars</vt:lpstr>
      <vt:lpstr>Exercício 14: API Star Wars</vt:lpstr>
      <vt:lpstr>Exercício 15</vt:lpstr>
      <vt:lpstr>AXIOS</vt:lpstr>
      <vt:lpstr>AXIOS</vt:lpstr>
      <vt:lpstr>AXIOS</vt:lpstr>
      <vt:lpstr>EXERCício 16</vt:lpstr>
      <vt:lpstr>Exercício 17</vt:lpstr>
      <vt:lpstr>Exercício 18 – AXIOS GET</vt:lpstr>
      <vt:lpstr>EXERCÍCIO 19 – AXIOS POST</vt:lpstr>
      <vt:lpstr>Orientação a objetos</vt:lpstr>
      <vt:lpstr>CLASSES em javascript</vt:lpstr>
      <vt:lpstr>CLASSES EM JAVASCRIPT</vt:lpstr>
      <vt:lpstr>Exercício 20</vt:lpstr>
      <vt:lpstr>HERANÇa</vt:lpstr>
      <vt:lpstr>Exercício 21</vt:lpstr>
      <vt:lpstr>ENCAPSULAMENTO</vt:lpstr>
      <vt:lpstr>ENCAPSULAMENTO</vt:lpstr>
      <vt:lpstr>ENcapsulamento</vt:lpstr>
      <vt:lpstr>ENCAPSULAMENTO</vt:lpstr>
      <vt:lpstr>ENCAPSULAMENTO</vt:lpstr>
      <vt:lpstr>Exercício 22</vt:lpstr>
      <vt:lpstr>Exercício 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dc:creator>Thiago Soares Pinheiro</dc:creator>
  <cp:lastModifiedBy>Thiago Soares Pinheiro</cp:lastModifiedBy>
  <cp:revision>108</cp:revision>
  <dcterms:created xsi:type="dcterms:W3CDTF">2023-03-10T13:31:11Z</dcterms:created>
  <dcterms:modified xsi:type="dcterms:W3CDTF">2026-09-10T13:07:30Z</dcterms:modified>
</cp:coreProperties>
</file>